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147472576" r:id="rId5"/>
    <p:sldId id="2147472582" r:id="rId6"/>
    <p:sldId id="2147472577" r:id="rId7"/>
    <p:sldId id="2147472579" r:id="rId8"/>
    <p:sldId id="2147472585" r:id="rId9"/>
    <p:sldId id="2147472584" r:id="rId10"/>
    <p:sldId id="2147472586" r:id="rId11"/>
    <p:sldId id="2147472583" r:id="rId12"/>
    <p:sldId id="2147472581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A24055-CA81-6554-59B5-9D29496E5693}" name="Rachel Roberts" initials="RR" userId="S::rroberts@flagshippioneering.com::51d2bd44-542f-492d-a367-98911ca2e5cd" providerId="AD"/>
  <p188:author id="{BCA7E963-645D-630E-1BF6-A52693160B51}" name="Emily Goldman" initials="EG" userId="S::egoldman@flagshippioneering.com::80b9fce6-66dd-4775-998b-88981e9c7b1a" providerId="AD"/>
  <p188:author id="{B98D9664-7D83-5491-0E65-C255E5C223A3}" name="Mary Jo Roberts" initials="MR" userId="9fec8ffbe7ffa9c4" providerId="Windows Live"/>
  <p188:author id="{F27C85A2-6F24-EE23-C4DE-F4336CDB796D}" name="Justine Levin-Allerhand" initials="JL" userId="S::justine@flagshippioneering.com::fb866ffa-7dae-4a4a-a0f2-973214a9963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ubar Afeyan" initials="NA" lastIdx="25" clrIdx="0">
    <p:extLst>
      <p:ext uri="{19B8F6BF-5375-455C-9EA6-DF929625EA0E}">
        <p15:presenceInfo xmlns:p15="http://schemas.microsoft.com/office/powerpoint/2012/main" userId="S::nafeyan@flagshippioneering.com::a316b567-0745-4043-944d-5c6781783d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95"/>
    <a:srgbClr val="F5BE2D"/>
    <a:srgbClr val="CD2026"/>
    <a:srgbClr val="B3DDBC"/>
    <a:srgbClr val="FCF2DC"/>
    <a:srgbClr val="D89F15"/>
    <a:srgbClr val="FEFFFE"/>
    <a:srgbClr val="00B0F0"/>
    <a:srgbClr val="BD3430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08408-C9DD-F845-89AF-00CF5E7C7C48}" v="34" dt="2025-06-16T20:01:07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3" autoAdjust="0"/>
    <p:restoredTop sz="92389" autoAdjust="0"/>
  </p:normalViewPr>
  <p:slideViewPr>
    <p:cSldViewPr snapToGrid="0" snapToObjects="1" showGuides="1">
      <p:cViewPr varScale="1">
        <p:scale>
          <a:sx n="152" d="100"/>
          <a:sy n="152" d="100"/>
        </p:scale>
        <p:origin x="216" y="904"/>
      </p:cViewPr>
      <p:guideLst>
        <p:guide orient="horz" pos="2160"/>
        <p:guide pos="2168"/>
      </p:guideLst>
    </p:cSldViewPr>
  </p:slideViewPr>
  <p:outlineViewPr>
    <p:cViewPr>
      <p:scale>
        <a:sx n="33" d="100"/>
        <a:sy n="33" d="100"/>
      </p:scale>
      <p:origin x="0" y="-1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59" d="100"/>
          <a:sy n="59" d="100"/>
        </p:scale>
        <p:origin x="252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h-En Andrew Ban" userId="bd01587b-7549-4792-ac01-6a135cb54518" providerId="ADAL" clId="{F3A08408-C9DD-F845-89AF-00CF5E7C7C48}"/>
    <pc:docChg chg="undo custSel addSld delSld modSld sldOrd">
      <pc:chgData name="Yih-En Andrew Ban" userId="bd01587b-7549-4792-ac01-6a135cb54518" providerId="ADAL" clId="{F3A08408-C9DD-F845-89AF-00CF5E7C7C48}" dt="2025-06-16T20:10:57.206" v="5097" actId="1076"/>
      <pc:docMkLst>
        <pc:docMk/>
      </pc:docMkLst>
      <pc:sldChg chg="del">
        <pc:chgData name="Yih-En Andrew Ban" userId="bd01587b-7549-4792-ac01-6a135cb54518" providerId="ADAL" clId="{F3A08408-C9DD-F845-89AF-00CF5E7C7C48}" dt="2025-06-03T23:13:51.427" v="2" actId="2696"/>
        <pc:sldMkLst>
          <pc:docMk/>
          <pc:sldMk cId="553357795" sldId="2147472568"/>
        </pc:sldMkLst>
      </pc:sldChg>
      <pc:sldChg chg="del">
        <pc:chgData name="Yih-En Andrew Ban" userId="bd01587b-7549-4792-ac01-6a135cb54518" providerId="ADAL" clId="{F3A08408-C9DD-F845-89AF-00CF5E7C7C48}" dt="2025-06-03T23:13:51.426" v="0" actId="2696"/>
        <pc:sldMkLst>
          <pc:docMk/>
          <pc:sldMk cId="2151908012" sldId="2147472573"/>
        </pc:sldMkLst>
      </pc:sldChg>
      <pc:sldChg chg="del">
        <pc:chgData name="Yih-En Andrew Ban" userId="bd01587b-7549-4792-ac01-6a135cb54518" providerId="ADAL" clId="{F3A08408-C9DD-F845-89AF-00CF5E7C7C48}" dt="2025-06-03T23:13:51.428" v="5" actId="2696"/>
        <pc:sldMkLst>
          <pc:docMk/>
          <pc:sldMk cId="1097939155" sldId="2147472574"/>
        </pc:sldMkLst>
      </pc:sldChg>
      <pc:sldChg chg="del">
        <pc:chgData name="Yih-En Andrew Ban" userId="bd01587b-7549-4792-ac01-6a135cb54518" providerId="ADAL" clId="{F3A08408-C9DD-F845-89AF-00CF5E7C7C48}" dt="2025-06-03T23:13:51.428" v="7" actId="2696"/>
        <pc:sldMkLst>
          <pc:docMk/>
          <pc:sldMk cId="3850523072" sldId="2147472575"/>
        </pc:sldMkLst>
      </pc:sldChg>
      <pc:sldChg chg="modSp mod">
        <pc:chgData name="Yih-En Andrew Ban" userId="bd01587b-7549-4792-ac01-6a135cb54518" providerId="ADAL" clId="{F3A08408-C9DD-F845-89AF-00CF5E7C7C48}" dt="2025-06-04T06:33:25.845" v="3976" actId="20577"/>
        <pc:sldMkLst>
          <pc:docMk/>
          <pc:sldMk cId="4281388763" sldId="2147472576"/>
        </pc:sldMkLst>
        <pc:spChg chg="mod">
          <ac:chgData name="Yih-En Andrew Ban" userId="bd01587b-7549-4792-ac01-6a135cb54518" providerId="ADAL" clId="{F3A08408-C9DD-F845-89AF-00CF5E7C7C48}" dt="2025-06-04T06:33:25.845" v="3976" actId="20577"/>
          <ac:spMkLst>
            <pc:docMk/>
            <pc:sldMk cId="4281388763" sldId="2147472576"/>
            <ac:spMk id="2" creationId="{A4DD3AF8-A4D3-CA7D-79A5-5E9847C2393B}"/>
          </ac:spMkLst>
        </pc:spChg>
        <pc:spChg chg="mod">
          <ac:chgData name="Yih-En Andrew Ban" userId="bd01587b-7549-4792-ac01-6a135cb54518" providerId="ADAL" clId="{F3A08408-C9DD-F845-89AF-00CF5E7C7C48}" dt="2025-06-04T06:33:14.239" v="3957" actId="20577"/>
          <ac:spMkLst>
            <pc:docMk/>
            <pc:sldMk cId="4281388763" sldId="2147472576"/>
            <ac:spMk id="3" creationId="{91B51F51-CBCF-803C-47F4-6A3790561AC2}"/>
          </ac:spMkLst>
        </pc:spChg>
      </pc:sldChg>
      <pc:sldChg chg="addSp delSp modSp new mod">
        <pc:chgData name="Yih-En Andrew Ban" userId="bd01587b-7549-4792-ac01-6a135cb54518" providerId="ADAL" clId="{F3A08408-C9DD-F845-89AF-00CF5E7C7C48}" dt="2025-06-04T06:05:27.634" v="3698" actId="1076"/>
        <pc:sldMkLst>
          <pc:docMk/>
          <pc:sldMk cId="974267519" sldId="2147472577"/>
        </pc:sldMkLst>
        <pc:spChg chg="mod">
          <ac:chgData name="Yih-En Andrew Ban" userId="bd01587b-7549-4792-ac01-6a135cb54518" providerId="ADAL" clId="{F3A08408-C9DD-F845-89AF-00CF5E7C7C48}" dt="2025-06-04T04:16:29.172" v="2328" actId="20577"/>
          <ac:spMkLst>
            <pc:docMk/>
            <pc:sldMk cId="974267519" sldId="2147472577"/>
            <ac:spMk id="2" creationId="{B23FAEC4-4B70-6910-89D4-8770418CE245}"/>
          </ac:spMkLst>
        </pc:spChg>
        <pc:spChg chg="add mod">
          <ac:chgData name="Yih-En Andrew Ban" userId="bd01587b-7549-4792-ac01-6a135cb54518" providerId="ADAL" clId="{F3A08408-C9DD-F845-89AF-00CF5E7C7C48}" dt="2025-06-04T03:59:10.663" v="1891" actId="1076"/>
          <ac:spMkLst>
            <pc:docMk/>
            <pc:sldMk cId="974267519" sldId="2147472577"/>
            <ac:spMk id="6" creationId="{B419BD29-B3CB-E6C1-6762-797FDEF91566}"/>
          </ac:spMkLst>
        </pc:spChg>
        <pc:spChg chg="add mod">
          <ac:chgData name="Yih-En Andrew Ban" userId="bd01587b-7549-4792-ac01-6a135cb54518" providerId="ADAL" clId="{F3A08408-C9DD-F845-89AF-00CF5E7C7C48}" dt="2025-06-04T03:58:33.362" v="1881" actId="1076"/>
          <ac:spMkLst>
            <pc:docMk/>
            <pc:sldMk cId="974267519" sldId="2147472577"/>
            <ac:spMk id="7" creationId="{0B4DE3C9-A148-4979-B8B6-FA2CF73C7151}"/>
          </ac:spMkLst>
        </pc:spChg>
        <pc:spChg chg="add mod">
          <ac:chgData name="Yih-En Andrew Ban" userId="bd01587b-7549-4792-ac01-6a135cb54518" providerId="ADAL" clId="{F3A08408-C9DD-F845-89AF-00CF5E7C7C48}" dt="2025-06-04T04:05:39.148" v="2120" actId="404"/>
          <ac:spMkLst>
            <pc:docMk/>
            <pc:sldMk cId="974267519" sldId="2147472577"/>
            <ac:spMk id="15" creationId="{06329E08-9B1D-D946-339F-E0212F079456}"/>
          </ac:spMkLst>
        </pc:spChg>
        <pc:spChg chg="add mod">
          <ac:chgData name="Yih-En Andrew Ban" userId="bd01587b-7549-4792-ac01-6a135cb54518" providerId="ADAL" clId="{F3A08408-C9DD-F845-89AF-00CF5E7C7C48}" dt="2025-06-04T04:05:36.248" v="2119" actId="404"/>
          <ac:spMkLst>
            <pc:docMk/>
            <pc:sldMk cId="974267519" sldId="2147472577"/>
            <ac:spMk id="16" creationId="{08131780-8887-F04E-F486-FAE9CF591316}"/>
          </ac:spMkLst>
        </pc:spChg>
        <pc:spChg chg="add mod">
          <ac:chgData name="Yih-En Andrew Ban" userId="bd01587b-7549-4792-ac01-6a135cb54518" providerId="ADAL" clId="{F3A08408-C9DD-F845-89AF-00CF5E7C7C48}" dt="2025-06-04T06:04:56.684" v="3616" actId="14100"/>
          <ac:spMkLst>
            <pc:docMk/>
            <pc:sldMk cId="974267519" sldId="2147472577"/>
            <ac:spMk id="17" creationId="{8EF92891-0229-43AA-213F-ED70B2A24D6B}"/>
          </ac:spMkLst>
        </pc:spChg>
        <pc:spChg chg="add mod">
          <ac:chgData name="Yih-En Andrew Ban" userId="bd01587b-7549-4792-ac01-6a135cb54518" providerId="ADAL" clId="{F3A08408-C9DD-F845-89AF-00CF5E7C7C48}" dt="2025-06-04T06:05:27.634" v="3698" actId="1076"/>
          <ac:spMkLst>
            <pc:docMk/>
            <pc:sldMk cId="974267519" sldId="2147472577"/>
            <ac:spMk id="18" creationId="{5D669EEF-0FF9-5EB9-3065-65B9E9813802}"/>
          </ac:spMkLst>
        </pc:spChg>
        <pc:spChg chg="add mod">
          <ac:chgData name="Yih-En Andrew Ban" userId="bd01587b-7549-4792-ac01-6a135cb54518" providerId="ADAL" clId="{F3A08408-C9DD-F845-89AF-00CF5E7C7C48}" dt="2025-06-04T04:16:27.907" v="2327" actId="20577"/>
          <ac:spMkLst>
            <pc:docMk/>
            <pc:sldMk cId="974267519" sldId="2147472577"/>
            <ac:spMk id="22" creationId="{50878BA3-37BD-9191-3F44-697C8058DD27}"/>
          </ac:spMkLst>
        </pc:spChg>
        <pc:picChg chg="add mod">
          <ac:chgData name="Yih-En Andrew Ban" userId="bd01587b-7549-4792-ac01-6a135cb54518" providerId="ADAL" clId="{F3A08408-C9DD-F845-89AF-00CF5E7C7C48}" dt="2025-06-04T03:59:07.373" v="1890" actId="1076"/>
          <ac:picMkLst>
            <pc:docMk/>
            <pc:sldMk cId="974267519" sldId="2147472577"/>
            <ac:picMk id="5" creationId="{F4959F35-F5D4-B920-87C3-4670FF512AA3}"/>
          </ac:picMkLst>
        </pc:picChg>
        <pc:cxnChg chg="add mod">
          <ac:chgData name="Yih-En Andrew Ban" userId="bd01587b-7549-4792-ac01-6a135cb54518" providerId="ADAL" clId="{F3A08408-C9DD-F845-89AF-00CF5E7C7C48}" dt="2025-06-04T03:58:59.613" v="1884" actId="13822"/>
          <ac:cxnSpMkLst>
            <pc:docMk/>
            <pc:sldMk cId="974267519" sldId="2147472577"/>
            <ac:cxnSpMk id="9" creationId="{81C34EA5-82E3-6730-3381-B6B520C043DF}"/>
          </ac:cxnSpMkLst>
        </pc:cxnChg>
        <pc:cxnChg chg="add mod">
          <ac:chgData name="Yih-En Andrew Ban" userId="bd01587b-7549-4792-ac01-6a135cb54518" providerId="ADAL" clId="{F3A08408-C9DD-F845-89AF-00CF5E7C7C48}" dt="2025-06-04T03:59:22.079" v="1894" actId="14100"/>
          <ac:cxnSpMkLst>
            <pc:docMk/>
            <pc:sldMk cId="974267519" sldId="2147472577"/>
            <ac:cxnSpMk id="12" creationId="{FB6AFA83-B36A-60D9-D1C2-25B2AAA5F654}"/>
          </ac:cxnSpMkLst>
        </pc:cxnChg>
      </pc:sldChg>
      <pc:sldChg chg="del">
        <pc:chgData name="Yih-En Andrew Ban" userId="bd01587b-7549-4792-ac01-6a135cb54518" providerId="ADAL" clId="{F3A08408-C9DD-F845-89AF-00CF5E7C7C48}" dt="2025-06-03T23:13:51.427" v="4" actId="2696"/>
        <pc:sldMkLst>
          <pc:docMk/>
          <pc:sldMk cId="1479364542" sldId="2147472577"/>
        </pc:sldMkLst>
      </pc:sldChg>
      <pc:sldChg chg="new del">
        <pc:chgData name="Yih-En Andrew Ban" userId="bd01587b-7549-4792-ac01-6a135cb54518" providerId="ADAL" clId="{F3A08408-C9DD-F845-89AF-00CF5E7C7C48}" dt="2025-06-04T04:27:31.021" v="2809" actId="2696"/>
        <pc:sldMkLst>
          <pc:docMk/>
          <pc:sldMk cId="3775511097" sldId="2147472578"/>
        </pc:sldMkLst>
      </pc:sldChg>
      <pc:sldChg chg="del">
        <pc:chgData name="Yih-En Andrew Ban" userId="bd01587b-7549-4792-ac01-6a135cb54518" providerId="ADAL" clId="{F3A08408-C9DD-F845-89AF-00CF5E7C7C48}" dt="2025-06-03T23:13:51.429" v="8" actId="2696"/>
        <pc:sldMkLst>
          <pc:docMk/>
          <pc:sldMk cId="4017958933" sldId="2147472578"/>
        </pc:sldMkLst>
      </pc:sldChg>
      <pc:sldChg chg="del">
        <pc:chgData name="Yih-En Andrew Ban" userId="bd01587b-7549-4792-ac01-6a135cb54518" providerId="ADAL" clId="{F3A08408-C9DD-F845-89AF-00CF5E7C7C48}" dt="2025-06-03T23:13:51.426" v="1" actId="2696"/>
        <pc:sldMkLst>
          <pc:docMk/>
          <pc:sldMk cId="1368842677" sldId="2147472579"/>
        </pc:sldMkLst>
      </pc:sldChg>
      <pc:sldChg chg="addSp delSp modSp new mod">
        <pc:chgData name="Yih-En Andrew Ban" userId="bd01587b-7549-4792-ac01-6a135cb54518" providerId="ADAL" clId="{F3A08408-C9DD-F845-89AF-00CF5E7C7C48}" dt="2025-06-04T17:55:55.537" v="4143" actId="20577"/>
        <pc:sldMkLst>
          <pc:docMk/>
          <pc:sldMk cId="3132892730" sldId="2147472579"/>
        </pc:sldMkLst>
        <pc:spChg chg="mod">
          <ac:chgData name="Yih-En Andrew Ban" userId="bd01587b-7549-4792-ac01-6a135cb54518" providerId="ADAL" clId="{F3A08408-C9DD-F845-89AF-00CF5E7C7C48}" dt="2025-06-04T06:39:30.752" v="3981" actId="20577"/>
          <ac:spMkLst>
            <pc:docMk/>
            <pc:sldMk cId="3132892730" sldId="2147472579"/>
            <ac:spMk id="2" creationId="{8F278ED1-6DCB-35AE-7EA0-DFB94E5BAB19}"/>
          </ac:spMkLst>
        </pc:spChg>
        <pc:spChg chg="mod">
          <ac:chgData name="Yih-En Andrew Ban" userId="bd01587b-7549-4792-ac01-6a135cb54518" providerId="ADAL" clId="{F3A08408-C9DD-F845-89AF-00CF5E7C7C48}" dt="2025-06-04T17:55:55.537" v="4143" actId="20577"/>
          <ac:spMkLst>
            <pc:docMk/>
            <pc:sldMk cId="3132892730" sldId="2147472579"/>
            <ac:spMk id="3" creationId="{316EF497-E64E-0B4C-8B2E-D901C995D0B2}"/>
          </ac:spMkLst>
        </pc:spChg>
        <pc:spChg chg="add mod">
          <ac:chgData name="Yih-En Andrew Ban" userId="bd01587b-7549-4792-ac01-6a135cb54518" providerId="ADAL" clId="{F3A08408-C9DD-F845-89AF-00CF5E7C7C48}" dt="2025-06-04T04:27:10.451" v="2805" actId="1076"/>
          <ac:spMkLst>
            <pc:docMk/>
            <pc:sldMk cId="3132892730" sldId="2147472579"/>
            <ac:spMk id="13" creationId="{B475F6E8-1443-8210-E7EF-9B02B248C3F5}"/>
          </ac:spMkLst>
        </pc:spChg>
        <pc:grpChg chg="add mod">
          <ac:chgData name="Yih-En Andrew Ban" userId="bd01587b-7549-4792-ac01-6a135cb54518" providerId="ADAL" clId="{F3A08408-C9DD-F845-89AF-00CF5E7C7C48}" dt="2025-06-04T04:27:22.148" v="2808" actId="1076"/>
          <ac:grpSpMkLst>
            <pc:docMk/>
            <pc:sldMk cId="3132892730" sldId="2147472579"/>
            <ac:grpSpMk id="12" creationId="{1256E2D4-4BA3-6E44-AAC0-BF5E4721679B}"/>
          </ac:grpSpMkLst>
        </pc:grpChg>
        <pc:picChg chg="add mod">
          <ac:chgData name="Yih-En Andrew Ban" userId="bd01587b-7549-4792-ac01-6a135cb54518" providerId="ADAL" clId="{F3A08408-C9DD-F845-89AF-00CF5E7C7C48}" dt="2025-06-04T04:23:01.584" v="2654" actId="164"/>
          <ac:picMkLst>
            <pc:docMk/>
            <pc:sldMk cId="3132892730" sldId="2147472579"/>
            <ac:picMk id="7" creationId="{DE233556-9B82-B232-45F3-7108AF077594}"/>
          </ac:picMkLst>
        </pc:picChg>
        <pc:picChg chg="add mod">
          <ac:chgData name="Yih-En Andrew Ban" userId="bd01587b-7549-4792-ac01-6a135cb54518" providerId="ADAL" clId="{F3A08408-C9DD-F845-89AF-00CF5E7C7C48}" dt="2025-06-04T04:23:01.584" v="2654" actId="164"/>
          <ac:picMkLst>
            <pc:docMk/>
            <pc:sldMk cId="3132892730" sldId="2147472579"/>
            <ac:picMk id="9" creationId="{F2701573-F4C7-D212-9C0D-E5C74C4542F0}"/>
          </ac:picMkLst>
        </pc:picChg>
        <pc:picChg chg="add mod">
          <ac:chgData name="Yih-En Andrew Ban" userId="bd01587b-7549-4792-ac01-6a135cb54518" providerId="ADAL" clId="{F3A08408-C9DD-F845-89AF-00CF5E7C7C48}" dt="2025-06-04T04:27:20.584" v="2807" actId="1076"/>
          <ac:picMkLst>
            <pc:docMk/>
            <pc:sldMk cId="3132892730" sldId="2147472579"/>
            <ac:picMk id="11" creationId="{723AA07E-F041-100D-B08E-96A4AFB73524}"/>
          </ac:picMkLst>
        </pc:picChg>
      </pc:sldChg>
      <pc:sldChg chg="new del">
        <pc:chgData name="Yih-En Andrew Ban" userId="bd01587b-7549-4792-ac01-6a135cb54518" providerId="ADAL" clId="{F3A08408-C9DD-F845-89AF-00CF5E7C7C48}" dt="2025-06-04T04:39:44.174" v="3247" actId="2696"/>
        <pc:sldMkLst>
          <pc:docMk/>
          <pc:sldMk cId="240722473" sldId="2147472580"/>
        </pc:sldMkLst>
      </pc:sldChg>
      <pc:sldChg chg="del">
        <pc:chgData name="Yih-En Andrew Ban" userId="bd01587b-7549-4792-ac01-6a135cb54518" providerId="ADAL" clId="{F3A08408-C9DD-F845-89AF-00CF5E7C7C48}" dt="2025-06-03T23:13:51.427" v="3" actId="2696"/>
        <pc:sldMkLst>
          <pc:docMk/>
          <pc:sldMk cId="524242364" sldId="2147472580"/>
        </pc:sldMkLst>
      </pc:sldChg>
      <pc:sldChg chg="del">
        <pc:chgData name="Yih-En Andrew Ban" userId="bd01587b-7549-4792-ac01-6a135cb54518" providerId="ADAL" clId="{F3A08408-C9DD-F845-89AF-00CF5E7C7C48}" dt="2025-06-03T23:13:51.428" v="6" actId="2696"/>
        <pc:sldMkLst>
          <pc:docMk/>
          <pc:sldMk cId="254517276" sldId="2147472581"/>
        </pc:sldMkLst>
      </pc:sldChg>
      <pc:sldChg chg="addSp modSp new mod">
        <pc:chgData name="Yih-En Andrew Ban" userId="bd01587b-7549-4792-ac01-6a135cb54518" providerId="ADAL" clId="{F3A08408-C9DD-F845-89AF-00CF5E7C7C48}" dt="2025-06-04T06:30:03.399" v="3897" actId="20577"/>
        <pc:sldMkLst>
          <pc:docMk/>
          <pc:sldMk cId="1502162558" sldId="2147472581"/>
        </pc:sldMkLst>
        <pc:spChg chg="mod">
          <ac:chgData name="Yih-En Andrew Ban" userId="bd01587b-7549-4792-ac01-6a135cb54518" providerId="ADAL" clId="{F3A08408-C9DD-F845-89AF-00CF5E7C7C48}" dt="2025-06-04T04:46:23.959" v="3517" actId="20577"/>
          <ac:spMkLst>
            <pc:docMk/>
            <pc:sldMk cId="1502162558" sldId="2147472581"/>
            <ac:spMk id="2" creationId="{57127CCE-9811-0D0E-54F4-A8FB9D73FDAB}"/>
          </ac:spMkLst>
        </pc:spChg>
        <pc:spChg chg="mod">
          <ac:chgData name="Yih-En Andrew Ban" userId="bd01587b-7549-4792-ac01-6a135cb54518" providerId="ADAL" clId="{F3A08408-C9DD-F845-89AF-00CF5E7C7C48}" dt="2025-06-04T04:42:15.026" v="3495" actId="20577"/>
          <ac:spMkLst>
            <pc:docMk/>
            <pc:sldMk cId="1502162558" sldId="2147472581"/>
            <ac:spMk id="3" creationId="{555651E9-EE30-ECC0-226C-5817370964AC}"/>
          </ac:spMkLst>
        </pc:spChg>
        <pc:spChg chg="mod">
          <ac:chgData name="Yih-En Andrew Ban" userId="bd01587b-7549-4792-ac01-6a135cb54518" providerId="ADAL" clId="{F3A08408-C9DD-F845-89AF-00CF5E7C7C48}" dt="2025-06-04T06:30:03.399" v="3897" actId="20577"/>
          <ac:spMkLst>
            <pc:docMk/>
            <pc:sldMk cId="1502162558" sldId="2147472581"/>
            <ac:spMk id="4" creationId="{A26C3F86-EBCD-70F0-26D8-4EDC8CB45B97}"/>
          </ac:spMkLst>
        </pc:spChg>
        <pc:picChg chg="add mod">
          <ac:chgData name="Yih-En Andrew Ban" userId="bd01587b-7549-4792-ac01-6a135cb54518" providerId="ADAL" clId="{F3A08408-C9DD-F845-89AF-00CF5E7C7C48}" dt="2025-06-04T06:08:40.971" v="3792" actId="1076"/>
          <ac:picMkLst>
            <pc:docMk/>
            <pc:sldMk cId="1502162558" sldId="2147472581"/>
            <ac:picMk id="7" creationId="{B3CE541A-C5C6-D2E5-5414-9FAB56DD4595}"/>
          </ac:picMkLst>
        </pc:picChg>
        <pc:picChg chg="add mod">
          <ac:chgData name="Yih-En Andrew Ban" userId="bd01587b-7549-4792-ac01-6a135cb54518" providerId="ADAL" clId="{F3A08408-C9DD-F845-89AF-00CF5E7C7C48}" dt="2025-06-04T06:08:40.971" v="3792" actId="1076"/>
          <ac:picMkLst>
            <pc:docMk/>
            <pc:sldMk cId="1502162558" sldId="2147472581"/>
            <ac:picMk id="8" creationId="{2415C033-0962-F630-9074-66E5C5CD06A0}"/>
          </ac:picMkLst>
        </pc:picChg>
      </pc:sldChg>
      <pc:sldChg chg="addSp modSp new mod ord">
        <pc:chgData name="Yih-En Andrew Ban" userId="bd01587b-7549-4792-ac01-6a135cb54518" providerId="ADAL" clId="{F3A08408-C9DD-F845-89AF-00CF5E7C7C48}" dt="2025-06-16T20:02:07.909" v="4632" actId="57"/>
        <pc:sldMkLst>
          <pc:docMk/>
          <pc:sldMk cId="251602236" sldId="2147472582"/>
        </pc:sldMkLst>
        <pc:spChg chg="mod">
          <ac:chgData name="Yih-En Andrew Ban" userId="bd01587b-7549-4792-ac01-6a135cb54518" providerId="ADAL" clId="{F3A08408-C9DD-F845-89AF-00CF5E7C7C48}" dt="2025-06-04T06:29:23.324" v="3881" actId="20577"/>
          <ac:spMkLst>
            <pc:docMk/>
            <pc:sldMk cId="251602236" sldId="2147472582"/>
            <ac:spMk id="2" creationId="{A8643160-20FE-CBFA-58CC-D91FE5AE709D}"/>
          </ac:spMkLst>
        </pc:spChg>
        <pc:spChg chg="add mod">
          <ac:chgData name="Yih-En Andrew Ban" userId="bd01587b-7549-4792-ac01-6a135cb54518" providerId="ADAL" clId="{F3A08408-C9DD-F845-89AF-00CF5E7C7C48}" dt="2025-06-16T20:02:07.909" v="4632" actId="57"/>
          <ac:spMkLst>
            <pc:docMk/>
            <pc:sldMk cId="251602236" sldId="2147472582"/>
            <ac:spMk id="7" creationId="{2C3B407D-2704-A64F-31C0-D3B5EC6A1F9C}"/>
          </ac:spMkLst>
        </pc:spChg>
        <pc:picChg chg="add mod">
          <ac:chgData name="Yih-En Andrew Ban" userId="bd01587b-7549-4792-ac01-6a135cb54518" providerId="ADAL" clId="{F3A08408-C9DD-F845-89AF-00CF5E7C7C48}" dt="2025-06-04T06:30:51.742" v="3900" actId="1076"/>
          <ac:picMkLst>
            <pc:docMk/>
            <pc:sldMk cId="251602236" sldId="2147472582"/>
            <ac:picMk id="5" creationId="{218B9D98-4B87-62B7-6170-7DFEE69F5D85}"/>
          </ac:picMkLst>
        </pc:picChg>
      </pc:sldChg>
      <pc:sldChg chg="modSp new mod">
        <pc:chgData name="Yih-En Andrew Ban" userId="bd01587b-7549-4792-ac01-6a135cb54518" providerId="ADAL" clId="{F3A08408-C9DD-F845-89AF-00CF5E7C7C48}" dt="2025-06-04T16:45:08.742" v="4006" actId="20577"/>
        <pc:sldMkLst>
          <pc:docMk/>
          <pc:sldMk cId="960923844" sldId="2147472583"/>
        </pc:sldMkLst>
        <pc:spChg chg="mod">
          <ac:chgData name="Yih-En Andrew Ban" userId="bd01587b-7549-4792-ac01-6a135cb54518" providerId="ADAL" clId="{F3A08408-C9DD-F845-89AF-00CF5E7C7C48}" dt="2025-06-04T16:45:08.742" v="4006" actId="20577"/>
          <ac:spMkLst>
            <pc:docMk/>
            <pc:sldMk cId="960923844" sldId="2147472583"/>
            <ac:spMk id="2" creationId="{11E1C0F1-E28D-38AA-0DEC-2211588A10E5}"/>
          </ac:spMkLst>
        </pc:spChg>
      </pc:sldChg>
      <pc:sldChg chg="new del">
        <pc:chgData name="Yih-En Andrew Ban" userId="bd01587b-7549-4792-ac01-6a135cb54518" providerId="ADAL" clId="{F3A08408-C9DD-F845-89AF-00CF5E7C7C48}" dt="2025-06-04T16:44:56.083" v="3983" actId="680"/>
        <pc:sldMkLst>
          <pc:docMk/>
          <pc:sldMk cId="2751460900" sldId="2147472583"/>
        </pc:sldMkLst>
      </pc:sldChg>
      <pc:sldChg chg="addSp delSp modSp add mod">
        <pc:chgData name="Yih-En Andrew Ban" userId="bd01587b-7549-4792-ac01-6a135cb54518" providerId="ADAL" clId="{F3A08408-C9DD-F845-89AF-00CF5E7C7C48}" dt="2025-06-16T20:10:57.206" v="5097" actId="1076"/>
        <pc:sldMkLst>
          <pc:docMk/>
          <pc:sldMk cId="1131997449" sldId="2147472584"/>
        </pc:sldMkLst>
        <pc:spChg chg="mod">
          <ac:chgData name="Yih-En Andrew Ban" userId="bd01587b-7549-4792-ac01-6a135cb54518" providerId="ADAL" clId="{F3A08408-C9DD-F845-89AF-00CF5E7C7C48}" dt="2025-06-16T19:00:08.529" v="4405" actId="20577"/>
          <ac:spMkLst>
            <pc:docMk/>
            <pc:sldMk cId="1131997449" sldId="2147472584"/>
            <ac:spMk id="2" creationId="{334B7215-DBBE-3D1D-0D52-A8F02C8A80A0}"/>
          </ac:spMkLst>
        </pc:spChg>
        <pc:spChg chg="mod">
          <ac:chgData name="Yih-En Andrew Ban" userId="bd01587b-7549-4792-ac01-6a135cb54518" providerId="ADAL" clId="{F3A08408-C9DD-F845-89AF-00CF5E7C7C48}" dt="2025-06-16T20:02:17.607" v="4633" actId="57"/>
          <ac:spMkLst>
            <pc:docMk/>
            <pc:sldMk cId="1131997449" sldId="2147472584"/>
            <ac:spMk id="7" creationId="{56716587-0EDD-88BA-0A16-723C86BE2D29}"/>
          </ac:spMkLst>
        </pc:spChg>
        <pc:spChg chg="add mod">
          <ac:chgData name="Yih-En Andrew Ban" userId="bd01587b-7549-4792-ac01-6a135cb54518" providerId="ADAL" clId="{F3A08408-C9DD-F845-89AF-00CF5E7C7C48}" dt="2025-06-16T20:06:22.312" v="4879" actId="1076"/>
          <ac:spMkLst>
            <pc:docMk/>
            <pc:sldMk cId="1131997449" sldId="2147472584"/>
            <ac:spMk id="8" creationId="{CCE15129-4985-F088-C3DF-EB31EF2E72C2}"/>
          </ac:spMkLst>
        </pc:spChg>
        <pc:spChg chg="add mod">
          <ac:chgData name="Yih-En Andrew Ban" userId="bd01587b-7549-4792-ac01-6a135cb54518" providerId="ADAL" clId="{F3A08408-C9DD-F845-89AF-00CF5E7C7C48}" dt="2025-06-16T20:10:57.206" v="5097" actId="1076"/>
          <ac:spMkLst>
            <pc:docMk/>
            <pc:sldMk cId="1131997449" sldId="2147472584"/>
            <ac:spMk id="9" creationId="{C81916A0-F752-7787-FCF0-0A6F6406B30D}"/>
          </ac:spMkLst>
        </pc:spChg>
        <pc:picChg chg="del">
          <ac:chgData name="Yih-En Andrew Ban" userId="bd01587b-7549-4792-ac01-6a135cb54518" providerId="ADAL" clId="{F3A08408-C9DD-F845-89AF-00CF5E7C7C48}" dt="2025-06-16T18:58:35.829" v="4219" actId="478"/>
          <ac:picMkLst>
            <pc:docMk/>
            <pc:sldMk cId="1131997449" sldId="2147472584"/>
            <ac:picMk id="5" creationId="{0320BFB4-3FEA-C50D-0DB8-6C1CAA062C53}"/>
          </ac:picMkLst>
        </pc:picChg>
        <pc:picChg chg="add mod">
          <ac:chgData name="Yih-En Andrew Ban" userId="bd01587b-7549-4792-ac01-6a135cb54518" providerId="ADAL" clId="{F3A08408-C9DD-F845-89AF-00CF5E7C7C48}" dt="2025-06-16T20:06:49.219" v="4889" actId="1076"/>
          <ac:picMkLst>
            <pc:docMk/>
            <pc:sldMk cId="1131997449" sldId="2147472584"/>
            <ac:picMk id="6" creationId="{C5EB4D0A-309D-5395-B575-CD3EFDE8E7BA}"/>
          </ac:picMkLst>
        </pc:picChg>
        <pc:cxnChg chg="add mod">
          <ac:chgData name="Yih-En Andrew Ban" userId="bd01587b-7549-4792-ac01-6a135cb54518" providerId="ADAL" clId="{F3A08408-C9DD-F845-89AF-00CF5E7C7C48}" dt="2025-06-16T20:06:33.962" v="4883" actId="14100"/>
          <ac:cxnSpMkLst>
            <pc:docMk/>
            <pc:sldMk cId="1131997449" sldId="2147472584"/>
            <ac:cxnSpMk id="11" creationId="{87CF7DBD-DAB9-0112-7648-196C2D51F5DB}"/>
          </ac:cxnSpMkLst>
        </pc:cxnChg>
        <pc:cxnChg chg="add mod">
          <ac:chgData name="Yih-En Andrew Ban" userId="bd01587b-7549-4792-ac01-6a135cb54518" providerId="ADAL" clId="{F3A08408-C9DD-F845-89AF-00CF5E7C7C48}" dt="2025-06-16T20:10:57.206" v="5097" actId="1076"/>
          <ac:cxnSpMkLst>
            <pc:docMk/>
            <pc:sldMk cId="1131997449" sldId="2147472584"/>
            <ac:cxnSpMk id="12" creationId="{B126EC80-BF3F-0208-7497-6FE88DA1E881}"/>
          </ac:cxnSpMkLst>
        </pc:cxnChg>
      </pc:sldChg>
      <pc:sldChg chg="modSp add del mod">
        <pc:chgData name="Yih-En Andrew Ban" userId="bd01587b-7549-4792-ac01-6a135cb54518" providerId="ADAL" clId="{F3A08408-C9DD-F845-89AF-00CF5E7C7C48}" dt="2025-06-16T20:00:29.294" v="4425" actId="2696"/>
        <pc:sldMkLst>
          <pc:docMk/>
          <pc:sldMk cId="3738103410" sldId="2147472585"/>
        </pc:sldMkLst>
        <pc:spChg chg="mod">
          <ac:chgData name="Yih-En Andrew Ban" userId="bd01587b-7549-4792-ac01-6a135cb54518" providerId="ADAL" clId="{F3A08408-C9DD-F845-89AF-00CF5E7C7C48}" dt="2025-06-16T20:00:24.662" v="4424" actId="20577"/>
          <ac:spMkLst>
            <pc:docMk/>
            <pc:sldMk cId="3738103410" sldId="2147472585"/>
            <ac:spMk id="3" creationId="{4E5CB912-48E1-EF07-FEBB-298DB932CDAE}"/>
          </ac:spMkLst>
        </pc:spChg>
      </pc:sldChg>
      <pc:sldChg chg="delSp modSp add mod">
        <pc:chgData name="Yih-En Andrew Ban" userId="bd01587b-7549-4792-ac01-6a135cb54518" providerId="ADAL" clId="{F3A08408-C9DD-F845-89AF-00CF5E7C7C48}" dt="2025-06-16T20:07:45.227" v="4923" actId="20577"/>
        <pc:sldMkLst>
          <pc:docMk/>
          <pc:sldMk cId="3865837771" sldId="2147472585"/>
        </pc:sldMkLst>
        <pc:spChg chg="mod">
          <ac:chgData name="Yih-En Andrew Ban" userId="bd01587b-7549-4792-ac01-6a135cb54518" providerId="ADAL" clId="{F3A08408-C9DD-F845-89AF-00CF5E7C7C48}" dt="2025-06-16T20:07:45.227" v="4923" actId="20577"/>
          <ac:spMkLst>
            <pc:docMk/>
            <pc:sldMk cId="3865837771" sldId="2147472585"/>
            <ac:spMk id="3" creationId="{7E8E48E3-D507-A220-95D3-A224FDC16518}"/>
          </ac:spMkLst>
        </pc:spChg>
        <pc:spChg chg="del">
          <ac:chgData name="Yih-En Andrew Ban" userId="bd01587b-7549-4792-ac01-6a135cb54518" providerId="ADAL" clId="{F3A08408-C9DD-F845-89AF-00CF5E7C7C48}" dt="2025-06-16T20:00:40.468" v="4427" actId="478"/>
          <ac:spMkLst>
            <pc:docMk/>
            <pc:sldMk cId="3865837771" sldId="2147472585"/>
            <ac:spMk id="13" creationId="{578D24DB-F307-7176-646D-855438C534DC}"/>
          </ac:spMkLst>
        </pc:spChg>
        <pc:grpChg chg="del">
          <ac:chgData name="Yih-En Andrew Ban" userId="bd01587b-7549-4792-ac01-6a135cb54518" providerId="ADAL" clId="{F3A08408-C9DD-F845-89AF-00CF5E7C7C48}" dt="2025-06-16T20:00:40.468" v="4427" actId="478"/>
          <ac:grpSpMkLst>
            <pc:docMk/>
            <pc:sldMk cId="3865837771" sldId="2147472585"/>
            <ac:grpSpMk id="12" creationId="{2C1DBBAC-F26F-C547-8FBB-3F37BC56B4A3}"/>
          </ac:grpSpMkLst>
        </pc:grpChg>
        <pc:picChg chg="del">
          <ac:chgData name="Yih-En Andrew Ban" userId="bd01587b-7549-4792-ac01-6a135cb54518" providerId="ADAL" clId="{F3A08408-C9DD-F845-89AF-00CF5E7C7C48}" dt="2025-06-16T20:00:40.468" v="4427" actId="478"/>
          <ac:picMkLst>
            <pc:docMk/>
            <pc:sldMk cId="3865837771" sldId="2147472585"/>
            <ac:picMk id="11" creationId="{C8CFF313-83EE-473A-6EDD-B79A4C0D7E2A}"/>
          </ac:picMkLst>
        </pc:picChg>
      </pc:sldChg>
      <pc:sldChg chg="addSp delSp modSp add mod">
        <pc:chgData name="Yih-En Andrew Ban" userId="bd01587b-7549-4792-ac01-6a135cb54518" providerId="ADAL" clId="{F3A08408-C9DD-F845-89AF-00CF5E7C7C48}" dt="2025-06-16T20:10:39.127" v="5096" actId="1076"/>
        <pc:sldMkLst>
          <pc:docMk/>
          <pc:sldMk cId="746711847" sldId="2147472586"/>
        </pc:sldMkLst>
        <pc:spChg chg="mod">
          <ac:chgData name="Yih-En Andrew Ban" userId="bd01587b-7549-4792-ac01-6a135cb54518" providerId="ADAL" clId="{F3A08408-C9DD-F845-89AF-00CF5E7C7C48}" dt="2025-06-16T20:07:58.098" v="4935" actId="20577"/>
          <ac:spMkLst>
            <pc:docMk/>
            <pc:sldMk cId="746711847" sldId="2147472586"/>
            <ac:spMk id="2" creationId="{492F13EF-DC35-62BE-29D5-8F940EBB3E0D}"/>
          </ac:spMkLst>
        </pc:spChg>
        <pc:spChg chg="del">
          <ac:chgData name="Yih-En Andrew Ban" userId="bd01587b-7549-4792-ac01-6a135cb54518" providerId="ADAL" clId="{F3A08408-C9DD-F845-89AF-00CF5E7C7C48}" dt="2025-06-16T20:08:00.381" v="4936" actId="478"/>
          <ac:spMkLst>
            <pc:docMk/>
            <pc:sldMk cId="746711847" sldId="2147472586"/>
            <ac:spMk id="7" creationId="{909D0FDC-18B4-07AF-CF0D-EC5FBB05642D}"/>
          </ac:spMkLst>
        </pc:spChg>
        <pc:spChg chg="mod">
          <ac:chgData name="Yih-En Andrew Ban" userId="bd01587b-7549-4792-ac01-6a135cb54518" providerId="ADAL" clId="{F3A08408-C9DD-F845-89AF-00CF5E7C7C48}" dt="2025-06-16T20:10:39.127" v="5096" actId="1076"/>
          <ac:spMkLst>
            <pc:docMk/>
            <pc:sldMk cId="746711847" sldId="2147472586"/>
            <ac:spMk id="8" creationId="{91A94215-FC41-3DF1-3BD5-338C7035FF0D}"/>
          </ac:spMkLst>
        </pc:spChg>
        <pc:spChg chg="mod">
          <ac:chgData name="Yih-En Andrew Ban" userId="bd01587b-7549-4792-ac01-6a135cb54518" providerId="ADAL" clId="{F3A08408-C9DD-F845-89AF-00CF5E7C7C48}" dt="2025-06-16T20:10:39.127" v="5096" actId="1076"/>
          <ac:spMkLst>
            <pc:docMk/>
            <pc:sldMk cId="746711847" sldId="2147472586"/>
            <ac:spMk id="9" creationId="{FD20DEBB-5A1A-42E4-5282-E263E53FFF2B}"/>
          </ac:spMkLst>
        </pc:spChg>
        <pc:spChg chg="add mod">
          <ac:chgData name="Yih-En Andrew Ban" userId="bd01587b-7549-4792-ac01-6a135cb54518" providerId="ADAL" clId="{F3A08408-C9DD-F845-89AF-00CF5E7C7C48}" dt="2025-06-16T20:10:39.127" v="5096" actId="1076"/>
          <ac:spMkLst>
            <pc:docMk/>
            <pc:sldMk cId="746711847" sldId="2147472586"/>
            <ac:spMk id="14" creationId="{57FBFAD6-C865-198E-5C02-950AD523FAB9}"/>
          </ac:spMkLst>
        </pc:spChg>
        <pc:picChg chg="add mod">
          <ac:chgData name="Yih-En Andrew Ban" userId="bd01587b-7549-4792-ac01-6a135cb54518" providerId="ADAL" clId="{F3A08408-C9DD-F845-89AF-00CF5E7C7C48}" dt="2025-06-16T20:10:39.127" v="5096" actId="1076"/>
          <ac:picMkLst>
            <pc:docMk/>
            <pc:sldMk cId="746711847" sldId="2147472586"/>
            <ac:picMk id="5" creationId="{CDF43CB7-14B8-17CF-3D41-2C6B53AD4367}"/>
          </ac:picMkLst>
        </pc:picChg>
        <pc:picChg chg="del">
          <ac:chgData name="Yih-En Andrew Ban" userId="bd01587b-7549-4792-ac01-6a135cb54518" providerId="ADAL" clId="{F3A08408-C9DD-F845-89AF-00CF5E7C7C48}" dt="2025-06-16T20:08:03.450" v="4937" actId="478"/>
          <ac:picMkLst>
            <pc:docMk/>
            <pc:sldMk cId="746711847" sldId="2147472586"/>
            <ac:picMk id="6" creationId="{D87DAA81-2D4C-B47F-6195-0BBDC030E2B9}"/>
          </ac:picMkLst>
        </pc:picChg>
        <pc:cxnChg chg="mod">
          <ac:chgData name="Yih-En Andrew Ban" userId="bd01587b-7549-4792-ac01-6a135cb54518" providerId="ADAL" clId="{F3A08408-C9DD-F845-89AF-00CF5E7C7C48}" dt="2025-06-16T20:10:39.127" v="5096" actId="1076"/>
          <ac:cxnSpMkLst>
            <pc:docMk/>
            <pc:sldMk cId="746711847" sldId="2147472586"/>
            <ac:cxnSpMk id="11" creationId="{105F761D-5327-3D68-97CE-DC748E999B51}"/>
          </ac:cxnSpMkLst>
        </pc:cxnChg>
        <pc:cxnChg chg="mod">
          <ac:chgData name="Yih-En Andrew Ban" userId="bd01587b-7549-4792-ac01-6a135cb54518" providerId="ADAL" clId="{F3A08408-C9DD-F845-89AF-00CF5E7C7C48}" dt="2025-06-16T20:10:39.127" v="5096" actId="1076"/>
          <ac:cxnSpMkLst>
            <pc:docMk/>
            <pc:sldMk cId="746711847" sldId="2147472586"/>
            <ac:cxnSpMk id="12" creationId="{42C94F5C-DD13-E2C3-4BD0-40943B79349E}"/>
          </ac:cxnSpMkLst>
        </pc:cxnChg>
        <pc:cxnChg chg="add mod">
          <ac:chgData name="Yih-En Andrew Ban" userId="bd01587b-7549-4792-ac01-6a135cb54518" providerId="ADAL" clId="{F3A08408-C9DD-F845-89AF-00CF5E7C7C48}" dt="2025-06-16T20:10:39.127" v="5096" actId="1076"/>
          <ac:cxnSpMkLst>
            <pc:docMk/>
            <pc:sldMk cId="746711847" sldId="2147472586"/>
            <ac:cxnSpMk id="15" creationId="{299C107A-2373-7407-F98A-1EBEDBD8908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EF9E59-7A8B-499A-8B95-4C25CCE991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AFB43-7A9F-4010-A18F-B7BD185483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FEE89-99CD-4CCF-A05B-6E825936CC8B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AB411-BD50-4F92-B547-FF0C113981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C6AB1-2E40-4575-9905-7B5D230093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24072-EB21-40D8-86AF-605601B8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93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FB88A-853D-0648-9C1A-B13CC2470E7E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18F97-729E-3948-AA5D-5576BC6A9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18F97-729E-3948-AA5D-5576BC6A95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10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18F97-729E-3948-AA5D-5576BC6A95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54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53E89-2403-9D6C-5DDC-CAAABAAC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99BA1-584A-2D00-CB48-51430E8C3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41D23-79FD-B7C9-60D4-9808BF996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88F2C-D158-0D44-B084-F4DF48051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18F97-729E-3948-AA5D-5576BC6A95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1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554361-B690-3E4C-B84C-F34EA6992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739347"/>
            <a:ext cx="11277600" cy="243508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281488"/>
            <a:ext cx="11277600" cy="1349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52768B-4969-A74A-929F-096A187A9608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199" y="457200"/>
            <a:ext cx="2722880" cy="88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2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554361-B690-3E4C-B84C-F34EA6992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3330221"/>
            <a:ext cx="11277600" cy="13162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786651"/>
            <a:ext cx="11277600" cy="8442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981663" y="63543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52768B-4969-A74A-929F-096A187A9608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64817" y="1227137"/>
            <a:ext cx="4662366" cy="152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6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739347"/>
            <a:ext cx="11277600" cy="243508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281488"/>
            <a:ext cx="11277600" cy="1349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352768B-4969-A74A-929F-096A187A9608}" type="datetime2">
              <a:rPr lang="en-US" smtClean="0"/>
              <a:t>Monday, June 16,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57199" y="457200"/>
            <a:ext cx="2722880" cy="88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0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3330221"/>
            <a:ext cx="11277600" cy="13162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786651"/>
            <a:ext cx="11277600" cy="8442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981663" y="635433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352768B-4969-A74A-929F-096A187A9608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64819" y="1227137"/>
            <a:ext cx="4662361" cy="152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23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FCD6C121-3817-4046-BA07-7110EF3A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4323390-6AFC-9A4A-9D3C-3EC31355E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30C39-30B3-4342-9C3A-1E4B1A1D26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DB742-C0CA-9641-B1BE-FDA7746DA162}" type="datetime2">
              <a:rPr lang="en-US" smtClean="0"/>
              <a:t>Monday, June 16,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F3FA7-7874-FC43-8419-A69455831C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F40B2-A2A0-3241-B5C0-7EB3A62BA7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30B07-22FF-8B17-10D5-2A9BC71D2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3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E38322-D3D4-26FD-4CCE-944D69447D90}"/>
              </a:ext>
            </a:extLst>
          </p:cNvPr>
          <p:cNvSpPr/>
          <p:nvPr userDrawn="1"/>
        </p:nvSpPr>
        <p:spPr>
          <a:xfrm>
            <a:off x="0" y="6027821"/>
            <a:ext cx="12192000" cy="8302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D6C121-3817-4046-BA07-7110EF3A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4323390-6AFC-9A4A-9D3C-3EC31355E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30C39-30B3-4342-9C3A-1E4B1A1D26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4DB742-C0CA-9641-B1BE-FDA7746DA162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F3FA7-7874-FC43-8419-A69455831C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F40B2-A2A0-3241-B5C0-7EB3A62BA7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DCA390-B596-4876-6501-D4B7CD32B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9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E38322-D3D4-26FD-4CCE-944D69447D90}"/>
              </a:ext>
            </a:extLst>
          </p:cNvPr>
          <p:cNvSpPr/>
          <p:nvPr userDrawn="1"/>
        </p:nvSpPr>
        <p:spPr>
          <a:xfrm>
            <a:off x="0" y="0"/>
            <a:ext cx="12192000" cy="68580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D6C121-3817-4046-BA07-7110EF3A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4323390-6AFC-9A4A-9D3C-3EC31355E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30C39-30B3-4342-9C3A-1E4B1A1D26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4DB742-C0CA-9641-B1BE-FDA7746DA162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F3FA7-7874-FC43-8419-A69455831C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F40B2-A2A0-3241-B5C0-7EB3A62BA7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DCA390-B596-4876-6501-D4B7CD32B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F08E5C-5AE9-D04D-BC41-E35DC79993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11277600" cy="4864843"/>
          </a:xfrm>
        </p:spPr>
        <p:txBody>
          <a:bodyPr>
            <a:noAutofit/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800">
                <a:latin typeface="Helvetica" pitchFamily="2" charset="0"/>
              </a:defRPr>
            </a:lvl2pPr>
            <a:lvl3pPr>
              <a:defRPr sz="1800">
                <a:latin typeface="Helvetica" pitchFamily="2" charset="0"/>
              </a:defRPr>
            </a:lvl3pPr>
            <a:lvl4pPr>
              <a:defRPr sz="1800">
                <a:latin typeface="Helvetica" pitchFamily="2" charset="0"/>
              </a:defRPr>
            </a:lvl4pPr>
            <a:lvl5pPr>
              <a:defRPr sz="1800">
                <a:latin typeface="Helvetica" pitchFamily="2" charset="0"/>
              </a:defRPr>
            </a:lvl5pPr>
            <a:lvl6pPr marL="2286000" indent="0">
              <a:buNone/>
              <a:defRPr sz="2800">
                <a:latin typeface="Helvetica" pitchFamily="2" charset="0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646B6-4955-A947-90DE-A1D3121E0F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3750D7C-E129-AB4B-88C8-1EEE9851CCFE}" type="datetime2">
              <a:rPr lang="en-US" smtClean="0"/>
              <a:t>Monday, June 16,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56850-78D7-704B-B70F-17BC1C307A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EBDE9E-F704-D041-80CD-3E548B9718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99FAD-E5F1-4D61-6D93-B26DEFCBCC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26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F08E5C-5AE9-D04D-BC41-E35DC79993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11277600" cy="4864843"/>
          </a:xfrm>
        </p:spPr>
        <p:txBody>
          <a:bodyPr>
            <a:noAutofit/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800">
                <a:latin typeface="Helvetica" pitchFamily="2" charset="0"/>
              </a:defRPr>
            </a:lvl2pPr>
            <a:lvl3pPr>
              <a:defRPr sz="1800">
                <a:latin typeface="Helvetica" pitchFamily="2" charset="0"/>
              </a:defRPr>
            </a:lvl3pPr>
            <a:lvl4pPr>
              <a:defRPr sz="1800">
                <a:latin typeface="Helvetica" pitchFamily="2" charset="0"/>
              </a:defRPr>
            </a:lvl4pPr>
            <a:lvl5pPr>
              <a:defRPr sz="1800">
                <a:latin typeface="Helvetica" pitchFamily="2" charset="0"/>
              </a:defRPr>
            </a:lvl5pPr>
            <a:lvl6pPr marL="2286000" indent="0">
              <a:buNone/>
              <a:defRPr sz="2800">
                <a:latin typeface="Helvetica" pitchFamily="2" charset="0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86A67-0390-43B2-BC86-E52723FB2169}"/>
              </a:ext>
            </a:extLst>
          </p:cNvPr>
          <p:cNvSpPr/>
          <p:nvPr userDrawn="1"/>
        </p:nvSpPr>
        <p:spPr>
          <a:xfrm>
            <a:off x="0" y="6027821"/>
            <a:ext cx="12192000" cy="8302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331B086F-C7B4-A81B-CCFF-5731AFA6DEB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4DB742-C0CA-9641-B1BE-FDA7746DA162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3253AE9-0A79-4BE8-E3C9-4660F48005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9DA64A9-81CA-0518-E4F6-2D084D6269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5BDBAA-3BAA-AFCD-31C6-56FBAC1F5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7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986A67-0390-43B2-BC86-E52723FB2169}"/>
              </a:ext>
            </a:extLst>
          </p:cNvPr>
          <p:cNvSpPr/>
          <p:nvPr userDrawn="1"/>
        </p:nvSpPr>
        <p:spPr>
          <a:xfrm>
            <a:off x="0" y="0"/>
            <a:ext cx="12192000" cy="68580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F08E5C-5AE9-D04D-BC41-E35DC79993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11277600" cy="4864843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Helvetica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1800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1800">
                <a:solidFill>
                  <a:schemeClr val="bg1"/>
                </a:solidFill>
                <a:latin typeface="Helvetica" pitchFamily="2" charset="0"/>
              </a:defRPr>
            </a:lvl4pPr>
            <a:lvl5pPr>
              <a:defRPr sz="1800">
                <a:solidFill>
                  <a:schemeClr val="bg1"/>
                </a:solidFill>
                <a:latin typeface="Helvetica" pitchFamily="2" charset="0"/>
              </a:defRPr>
            </a:lvl5pPr>
            <a:lvl6pPr marL="2286000" indent="0">
              <a:buNone/>
              <a:defRPr sz="2800">
                <a:latin typeface="Helvetica" pitchFamily="2" charset="0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331B086F-C7B4-A81B-CCFF-5731AFA6DEB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4DB742-C0CA-9641-B1BE-FDA7746DA162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3253AE9-0A79-4BE8-E3C9-4660F48005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9DA64A9-81CA-0518-E4F6-2D084D6269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5BDBAA-3BAA-AFCD-31C6-56FBAC1F5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5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FA90AAC8-1637-384E-92D4-FA5F21065C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796143"/>
            <a:ext cx="11277600" cy="4384737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79035D83-15FC-054F-9A61-DFECEF9C1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7083F-FEA3-0A4E-B957-D0F5630C87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AA7D833-3A84-2641-8A9A-49CC22713845}" type="datetime2">
              <a:rPr lang="en-US" smtClean="0"/>
              <a:t>Monday, June 16,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A7A9D-4B57-6747-A344-344BA8A08C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F7E71-58AA-9C41-9890-F99C9F9E3D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03EEC-D9D6-14BA-BED7-440A7C0E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06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77E57D-94A3-A54B-AB6F-B5C6E77F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C4412-01B6-AD41-A5E8-593DA3BC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2E84-1AA7-F147-AB35-AC6514836477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5B6529-7543-2F4D-BABA-9AEF7E9A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DCA14-5FFE-3342-A49F-5E49A5F5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657712-2B42-F8FD-6528-430BDFF1AF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47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E6ABDB-FFE9-0240-B94E-D6303E79FA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5399590" cy="486484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196290C-A119-7A49-BF34-AA347E59E3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35210" y="1316037"/>
            <a:ext cx="5399590" cy="486484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9E7E9-F2EE-424F-9BAD-DF9AA9113C7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7226D96-4721-5841-BA35-4830F5E59243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FE9F7-CE10-A04F-B612-0E09A330F9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EFD9A9-5F06-504B-B551-773874ADC47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84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9BFB21FE-F606-FD4E-ADDB-114F88046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45129"/>
            <a:ext cx="5437414" cy="4335751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9E21AAA3-E7E0-A84B-BDF7-FD0F2E3DA8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97386" y="1845129"/>
            <a:ext cx="5437414" cy="4335751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7D14627E-DFBF-E14A-89C2-F84D7F8361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08D34-019E-2047-BA8E-81BD11B8215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A8CB1CE-168C-9E4D-A4E6-18226FB3D136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79D45-DCAA-414A-99AA-543468EDACD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B3148-10E9-1D41-9D8F-A679EEA5E45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4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786350F-9408-034A-AFB5-5A0C5614CEB6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358738" y="1316037"/>
            <a:ext cx="4376062" cy="4752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i="1" baseline="0">
                <a:solidFill>
                  <a:schemeClr val="tx1"/>
                </a:solidFill>
                <a:latin typeface="arial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C737F08-711E-0342-9B39-DC404C70881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316037"/>
            <a:ext cx="6466114" cy="486484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303C3-2B4D-6A48-84EF-E2ED8C08671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F00729-FEBE-F04E-8E34-C5425BE8BD8C}" type="datetime2">
              <a:rPr lang="en-US" smtClean="0"/>
              <a:t>Monday, June 16,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3B40F-9460-7040-BCC8-7C848C3F3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D0FBE-6971-B844-88CB-E12201C9C9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71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786350F-9408-034A-AFB5-5A0C5614CEB6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358738" y="1817226"/>
            <a:ext cx="4376062" cy="42513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i="1" baseline="0">
                <a:solidFill>
                  <a:schemeClr val="tx1"/>
                </a:solidFill>
                <a:latin typeface="arial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D1759D3-54E0-394D-8B1E-AD59D9AA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CDB3E98A-2D2C-124D-ABEA-7A2C8C687E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817226"/>
            <a:ext cx="6711043" cy="425136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A1250519-880F-8F40-AC34-B59AFD005D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40435-F292-DF4B-ACA4-8D920150A0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4301420-B156-0942-A28C-06A21063349C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4B316-DDC4-8440-8754-0591C68136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E1B76-7FE7-2D4C-9BB4-A82973E6169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60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786350F-9408-034A-AFB5-5A0C5614CEB6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6096000" y="457200"/>
            <a:ext cx="5638800" cy="56113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i="1" baseline="0">
                <a:solidFill>
                  <a:schemeClr val="tx1"/>
                </a:solidFill>
                <a:latin typeface="arial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F5518765-2606-8E42-8E9E-3540E7CA3A6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457201"/>
            <a:ext cx="5306786" cy="561138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70098-7F01-EF4D-BA00-92640C61CE3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F673191-DFF3-494D-B4AB-25949440EEFC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0DA6AF-77D4-B743-AC32-A491F1E0220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8E150-64F3-2D48-BAD5-1E7435800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95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DDDC5D7-1CE9-5544-BD15-443978101F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156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28C17-E9CD-4E41-9427-A73E795BCE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D211BE-DE3A-C346-A19B-8CF3ED53F0CB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F5474-F55D-6D43-BB5B-1603F041F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7F2F57-7B1C-4B41-B5A6-4BAB27ECC4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58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DDDC5D7-1CE9-5544-BD15-443978101F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" y="457200"/>
            <a:ext cx="5406887" cy="56992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6C97275-EA8B-8343-A5B1-9D30F7FCF47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3263" y="457200"/>
            <a:ext cx="5406887" cy="56992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FCC325-64D5-1242-A324-C628E280384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5618770-3F1C-7A45-95ED-2971AC8548B3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E4FC1-2BEA-E540-93A9-0DD8B1465B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18D3D8-8817-CB46-A90A-F7181D32CA0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128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EA8AE54-753A-9446-A1F7-F0BF77CF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240F6-754B-414F-8F9A-1C0ED00E8B40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9EE01E-1D91-6E45-9171-5CEE1155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50BF713-C1D8-C04A-8B4A-FF63D9C4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6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601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FCB3E6A-B3D1-574C-8BF6-1DB3F373B9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8490"/>
            <a:ext cx="12192000" cy="482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812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5F4AE-E77F-FA46-8909-7CA99DA6A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8490"/>
            <a:ext cx="12192000" cy="482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1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307417D-4390-47FB-8241-920AB8FF35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662543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73" imgH="473" progId="TCLayout.ActiveDocument.1">
                  <p:embed/>
                </p:oleObj>
              </mc:Choice>
              <mc:Fallback>
                <p:oleObj name="think-cell Slide" r:id="rId26" imgW="473" imgH="47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307417D-4390-47FB-8241-920AB8FF35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726320-E0B7-7640-8BBB-8A03F16C9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030" y="1409351"/>
            <a:ext cx="11263769" cy="4794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2B5C93FF-DD22-8E4D-862B-78141598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4181"/>
            <a:ext cx="11263768" cy="7834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FAFF6-FD16-3845-8B29-902F19551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72219" y="63543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2022E67D-EEA8-2B48-BFE3-0C9DDAA262DF}" type="datetime2">
              <a:rPr lang="en-US" smtClean="0"/>
              <a:pPr/>
              <a:t>Monday, June 16, 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0EA08-21A3-7041-B72A-58E35719F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030" y="6352719"/>
            <a:ext cx="493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8C3071-4316-8144-B81E-FFAC196B8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6861" y="6352719"/>
            <a:ext cx="2153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Confidential and Proprietary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4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68" r:id="rId5"/>
    <p:sldLayoutId id="2147483687" r:id="rId6"/>
    <p:sldLayoutId id="2147483690" r:id="rId7"/>
    <p:sldLayoutId id="2147483662" r:id="rId8"/>
    <p:sldLayoutId id="2147483688" r:id="rId9"/>
    <p:sldLayoutId id="2147483691" r:id="rId10"/>
    <p:sldLayoutId id="2147483669" r:id="rId11"/>
    <p:sldLayoutId id="2147483666" r:id="rId12"/>
    <p:sldLayoutId id="2147483663" r:id="rId13"/>
    <p:sldLayoutId id="2147483684" r:id="rId14"/>
    <p:sldLayoutId id="2147483664" r:id="rId15"/>
    <p:sldLayoutId id="2147483671" r:id="rId16"/>
    <p:sldLayoutId id="2147483675" r:id="rId17"/>
    <p:sldLayoutId id="2147483665" r:id="rId18"/>
    <p:sldLayoutId id="2147483672" r:id="rId19"/>
    <p:sldLayoutId id="2147483667" r:id="rId20"/>
    <p:sldLayoutId id="2147483678" r:id="rId21"/>
    <p:sldLayoutId id="2147483680" r:id="rId22"/>
    <p:sldLayoutId id="2147483681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717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4" pos="768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orient="horz" pos="4320" userDrawn="1">
          <p15:clr>
            <a:srgbClr val="F26B43"/>
          </p15:clr>
        </p15:guide>
        <p15:guide id="8" pos="288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orient="horz" pos="288" userDrawn="1">
          <p15:clr>
            <a:srgbClr val="F26B43"/>
          </p15:clr>
        </p15:guide>
        <p15:guide id="11" orient="horz" pos="4056" userDrawn="1">
          <p15:clr>
            <a:srgbClr val="F26B43"/>
          </p15:clr>
        </p15:guide>
        <p15:guide id="12" pos="2040" userDrawn="1">
          <p15:clr>
            <a:srgbClr val="F26B43"/>
          </p15:clr>
        </p15:guide>
        <p15:guide id="13" pos="5592" userDrawn="1">
          <p15:clr>
            <a:srgbClr val="F26B43"/>
          </p15:clr>
        </p15:guide>
        <p15:guide id="14" orient="horz" pos="41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msb.2011.8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3AF8-A4D3-CA7D-79A5-5E9847C2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FL110 – Investigating Sampling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51F51-CBCF-803C-47F4-6A3790561A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 dirty="0"/>
              <a:t>Using protein abundance (copies per cell) in Beck et al 2011 (</a:t>
            </a:r>
            <a:r>
              <a:rPr lang="en-US" sz="1600" dirty="0">
                <a:hlinkClick r:id="rId3"/>
              </a:rPr>
              <a:t>https://doi.org/10.1038/msb.2011.82</a:t>
            </a:r>
            <a:r>
              <a:rPr lang="en-US" sz="1600" dirty="0"/>
              <a:t>)</a:t>
            </a:r>
          </a:p>
          <a:p>
            <a:pPr lvl="1"/>
            <a:r>
              <a:rPr lang="en-US" sz="1400" dirty="0"/>
              <a:t>U2OS cells. (bone cancer)</a:t>
            </a:r>
          </a:p>
          <a:p>
            <a:pPr lvl="1"/>
            <a:r>
              <a:rPr lang="en-US" sz="1400" dirty="0"/>
              <a:t>Mass spec method.</a:t>
            </a:r>
          </a:p>
          <a:p>
            <a:pPr lvl="1"/>
            <a:r>
              <a:rPr lang="en-US" sz="1400" dirty="0"/>
              <a:t>7309 proteins detected in the study.</a:t>
            </a:r>
          </a:p>
          <a:p>
            <a:pPr lvl="1"/>
            <a:r>
              <a:rPr lang="en-US" sz="1400" dirty="0"/>
              <a:t>Proteins outside detectable dynamic range set to either 2*10</a:t>
            </a:r>
            <a:r>
              <a:rPr lang="en-US" sz="1400" baseline="30000" dirty="0"/>
              <a:t>7</a:t>
            </a:r>
            <a:r>
              <a:rPr lang="en-US" sz="1400" dirty="0"/>
              <a:t> (upper bound) or 500 (lower bound) copies per cell.</a:t>
            </a:r>
          </a:p>
          <a:p>
            <a:pPr lvl="1"/>
            <a:endParaRPr lang="en-US" sz="1400" baseline="30000" dirty="0"/>
          </a:p>
          <a:p>
            <a:r>
              <a:rPr lang="en-US" sz="1600" dirty="0"/>
              <a:t>Directional guidance given here, as numbers presented here are approximations.</a:t>
            </a:r>
          </a:p>
          <a:p>
            <a:pPr lvl="1"/>
            <a:r>
              <a:rPr lang="en-US" sz="1400" dirty="0"/>
              <a:t>1 read = 1 full protein through nanopore.</a:t>
            </a:r>
          </a:p>
          <a:p>
            <a:pPr lvl="1"/>
            <a:r>
              <a:rPr lang="en-US" sz="1400" dirty="0"/>
              <a:t>Full proteome not taken into account.</a:t>
            </a:r>
          </a:p>
          <a:p>
            <a:pPr lvl="1"/>
            <a:r>
              <a:rPr lang="en-US" sz="1400" dirty="0"/>
              <a:t>Copies per cell for highest abundance and lowest abundance proteins outside detectable dynamic range are not quantitatively correct.</a:t>
            </a:r>
          </a:p>
          <a:p>
            <a:pPr lvl="1"/>
            <a:r>
              <a:rPr lang="en-US" sz="1400" dirty="0"/>
              <a:t>All calculations done assume sampling with replacement, as opposed to the real scenario of sampling without replacement.</a:t>
            </a:r>
          </a:p>
          <a:p>
            <a:pPr lvl="2"/>
            <a:r>
              <a:rPr lang="en-US" sz="1200" dirty="0"/>
              <a:t>“With replacement” = independent samples from an unchanging pool; “without replacement” = once sample is taken, it is removed from the pool.</a:t>
            </a:r>
          </a:p>
          <a:p>
            <a:pPr lvl="3"/>
            <a:r>
              <a:rPr lang="en-US" sz="1100" dirty="0"/>
              <a:t>Nanopore scenario is sampling without replacement because once a protein runs through the pore, it doesn’t go back to the milieu.</a:t>
            </a:r>
          </a:p>
          <a:p>
            <a:pPr lvl="2"/>
            <a:r>
              <a:rPr lang="en-US" sz="1200" dirty="0"/>
              <a:t>This is a fair approximation due to the small to tiny probabilities.</a:t>
            </a:r>
          </a:p>
          <a:p>
            <a:pPr lvl="2"/>
            <a:r>
              <a:rPr lang="en-US" sz="1200" dirty="0"/>
              <a:t>Sampling with replacement calculations are </a:t>
            </a:r>
            <a:r>
              <a:rPr lang="en-US" sz="1200" u="sng" dirty="0"/>
              <a:t>extremely</a:t>
            </a:r>
            <a:r>
              <a:rPr lang="en-US" sz="1200" dirty="0"/>
              <a:t> cumbersome beyond small problems.</a:t>
            </a:r>
          </a:p>
          <a:p>
            <a:endParaRPr lang="en-US" sz="1400" baseline="300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4D86D-D473-012D-FB00-8C7B24162E0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0D594-4719-728A-08E3-F4DFC2208A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3160-20FE-CBFA-58CC-D91FE5AE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Beck2011: 7309 total proteins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57E93-DC42-3DBD-7D93-A463C866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5887A-336D-9E24-966A-4F95578F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B9D98-4B87-62B7-6170-7DFEE69F5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176" y="1041310"/>
            <a:ext cx="8405648" cy="51479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3B407D-2704-A64F-31C0-D3B5EC6A1F9C}"/>
              </a:ext>
            </a:extLst>
          </p:cNvPr>
          <p:cNvSpPr txBox="1"/>
          <p:nvPr/>
        </p:nvSpPr>
        <p:spPr>
          <a:xfrm>
            <a:off x="9452691" y="302124"/>
            <a:ext cx="273930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Proteins outside detectable dynamic range set to either 2*10</a:t>
            </a:r>
            <a:r>
              <a:rPr lang="en-US" sz="1100" baseline="30000" dirty="0"/>
              <a:t>7</a:t>
            </a:r>
            <a:r>
              <a:rPr lang="en-US" sz="1100" dirty="0"/>
              <a:t> (upper bound) or 500 (lower bound) copies per cell.</a:t>
            </a:r>
          </a:p>
        </p:txBody>
      </p:sp>
    </p:spTree>
    <p:extLst>
      <p:ext uri="{BB962C8B-B14F-4D97-AF65-F5344CB8AC3E}">
        <p14:creationId xmlns:p14="http://schemas.microsoft.com/office/powerpoint/2010/main" val="25160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AEC4-4B70-6910-89D4-8770418C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Probabilities Using Beck2011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17FD8-45E8-792F-ACE8-4DDA3A2C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3595B-BC32-227F-27FA-8A0FE7407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59F35-F5D4-B920-87C3-4670FF51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056" y="1041310"/>
            <a:ext cx="7243888" cy="5151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19BD29-B3CB-E6C1-6762-797FDEF91566}"/>
              </a:ext>
            </a:extLst>
          </p:cNvPr>
          <p:cNvSpPr txBox="1"/>
          <p:nvPr/>
        </p:nvSpPr>
        <p:spPr>
          <a:xfrm>
            <a:off x="3210339" y="178528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0.02094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DE3C9-A148-4979-B8B6-FA2CF73C7151}"/>
              </a:ext>
            </a:extLst>
          </p:cNvPr>
          <p:cNvSpPr txBox="1"/>
          <p:nvPr/>
        </p:nvSpPr>
        <p:spPr>
          <a:xfrm>
            <a:off x="9225640" y="4868606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5.2356 * 10</a:t>
            </a:r>
            <a:r>
              <a:rPr lang="en-US" baseline="30000" dirty="0"/>
              <a:t>-7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C34EA5-82E3-6730-3381-B6B520C043DF}"/>
              </a:ext>
            </a:extLst>
          </p:cNvPr>
          <p:cNvCxnSpPr/>
          <p:nvPr/>
        </p:nvCxnSpPr>
        <p:spPr>
          <a:xfrm flipH="1">
            <a:off x="3321269" y="2154621"/>
            <a:ext cx="105103" cy="273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6AFA83-B36A-60D9-D1C2-25B2AAA5F654}"/>
              </a:ext>
            </a:extLst>
          </p:cNvPr>
          <p:cNvCxnSpPr>
            <a:cxnSpLocks/>
          </p:cNvCxnSpPr>
          <p:nvPr/>
        </p:nvCxnSpPr>
        <p:spPr>
          <a:xfrm flipH="1">
            <a:off x="9007366" y="5053272"/>
            <a:ext cx="270825" cy="328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329E08-9B1D-D946-339F-E0212F079456}"/>
              </a:ext>
            </a:extLst>
          </p:cNvPr>
          <p:cNvSpPr txBox="1"/>
          <p:nvPr/>
        </p:nvSpPr>
        <p:spPr>
          <a:xfrm>
            <a:off x="4099035" y="1785289"/>
            <a:ext cx="37837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(e.g. Glyceraldehyde-3-phosphate dehydrogenase)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31780-8887-F04E-F486-FAE9CF591316}"/>
              </a:ext>
            </a:extLst>
          </p:cNvPr>
          <p:cNvSpPr txBox="1"/>
          <p:nvPr/>
        </p:nvSpPr>
        <p:spPr>
          <a:xfrm>
            <a:off x="10625960" y="4868606"/>
            <a:ext cx="110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(e.g. Nebulin)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92891-0229-43AA-213F-ED70B2A24D6B}"/>
              </a:ext>
            </a:extLst>
          </p:cNvPr>
          <p:cNvSpPr txBox="1"/>
          <p:nvPr/>
        </p:nvSpPr>
        <p:spPr>
          <a:xfrm>
            <a:off x="3887616" y="2084024"/>
            <a:ext cx="4394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99.99966% chance of seeing at least once requires 595 reads</a:t>
            </a:r>
          </a:p>
          <a:p>
            <a:r>
              <a:rPr lang="en-US" sz="1200" dirty="0"/>
              <a:t>99.7% chance of seeing at least once requires 275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669EEF-0FF9-5EB9-3065-65B9E9813802}"/>
              </a:ext>
            </a:extLst>
          </p:cNvPr>
          <p:cNvSpPr txBox="1"/>
          <p:nvPr/>
        </p:nvSpPr>
        <p:spPr>
          <a:xfrm>
            <a:off x="7283529" y="5459728"/>
            <a:ext cx="490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99.99966% chance of seeing at least once requires 24,050,191 reads </a:t>
            </a:r>
          </a:p>
          <a:p>
            <a:r>
              <a:rPr lang="en-US" sz="1200" dirty="0"/>
              <a:t>99.7% chance of seeing at least once requires 11,095,452 reads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878BA3-37BD-9191-3F44-697C8058DD27}"/>
              </a:ext>
            </a:extLst>
          </p:cNvPr>
          <p:cNvSpPr txBox="1"/>
          <p:nvPr/>
        </p:nvSpPr>
        <p:spPr>
          <a:xfrm>
            <a:off x="286201" y="1201510"/>
            <a:ext cx="2026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954,999,300 proteins / cell</a:t>
            </a:r>
          </a:p>
          <a:p>
            <a:r>
              <a:rPr lang="en-US" sz="1200" dirty="0"/>
              <a:t>across 7309 proteins</a:t>
            </a:r>
          </a:p>
        </p:txBody>
      </p:sp>
    </p:spTree>
    <p:extLst>
      <p:ext uri="{BB962C8B-B14F-4D97-AF65-F5344CB8AC3E}">
        <p14:creationId xmlns:p14="http://schemas.microsoft.com/office/powerpoint/2010/main" val="97426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8ED1-6DCB-35AE-7EA0-DFB94E5B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reads required to see every protein at least once?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EF497-E64E-0B4C-8B2E-D901C995D0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Assuming sampling with replacement, this is known as the coupon collector’s problem with non-uniform probability distribution.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summation is computationally intractable for the numbers represented in Beck2011 due to the combinatorics involved, at least if computing in a naïve fashion.</a:t>
            </a:r>
          </a:p>
          <a:p>
            <a:pPr lvl="1"/>
            <a:r>
              <a:rPr lang="en-US" sz="1600" dirty="0"/>
              <a:t>There are 2</a:t>
            </a:r>
            <a:r>
              <a:rPr lang="en-US" sz="1600" baseline="30000" dirty="0"/>
              <a:t>7309 </a:t>
            </a:r>
            <a:r>
              <a:rPr lang="en-US" sz="1600" dirty="0"/>
              <a:t>reciprocals.</a:t>
            </a:r>
          </a:p>
          <a:p>
            <a:pPr lvl="1"/>
            <a:endParaRPr lang="en-US" sz="1600" dirty="0"/>
          </a:p>
          <a:p>
            <a:r>
              <a:rPr lang="en-US" dirty="0"/>
              <a:t>Instead we can approximate the integral, which leads to ~15.8M expected reads required to see each protein at least once.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ECFEF-37BD-6580-416F-96941DEAD2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6FE3F-FFF4-0EEF-C5D2-4D97C5B074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56E2D4-4BA3-6E44-AAC0-BF5E4721679B}"/>
              </a:ext>
            </a:extLst>
          </p:cNvPr>
          <p:cNvGrpSpPr/>
          <p:nvPr/>
        </p:nvGrpSpPr>
        <p:grpSpPr>
          <a:xfrm>
            <a:off x="5903526" y="2178624"/>
            <a:ext cx="4858517" cy="772461"/>
            <a:chOff x="3625850" y="2857500"/>
            <a:chExt cx="7189076" cy="1143000"/>
          </a:xfrm>
        </p:grpSpPr>
        <p:pic>
          <p:nvPicPr>
            <p:cNvPr id="7" name="Picture 6" descr="A black text with a white background&#10;&#10;AI-generated content may be incorrect.">
              <a:extLst>
                <a:ext uri="{FF2B5EF4-FFF2-40B4-BE49-F238E27FC236}">
                  <a16:creationId xmlns:a16="http://schemas.microsoft.com/office/drawing/2014/main" id="{DE233556-9B82-B232-45F3-7108AF077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25850" y="2857500"/>
              <a:ext cx="4940300" cy="1143000"/>
            </a:xfrm>
            <a:prstGeom prst="rect">
              <a:avLst/>
            </a:prstGeom>
          </p:spPr>
        </p:pic>
        <p:pic>
          <p:nvPicPr>
            <p:cNvPr id="9" name="Picture 8" descr="A black and white image of a mathematical equation&#10;&#10;AI-generated content may be incorrect.">
              <a:extLst>
                <a:ext uri="{FF2B5EF4-FFF2-40B4-BE49-F238E27FC236}">
                  <a16:creationId xmlns:a16="http://schemas.microsoft.com/office/drawing/2014/main" id="{F2701573-F4C7-D212-9C0D-E5C74C454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4826" y="3092450"/>
              <a:ext cx="2070100" cy="673100"/>
            </a:xfrm>
            <a:prstGeom prst="rect">
              <a:avLst/>
            </a:prstGeom>
          </p:spPr>
        </p:pic>
      </p:grpSp>
      <p:pic>
        <p:nvPicPr>
          <p:cNvPr id="11" name="Picture 10" descr="A black and white image of a smiley face&#10;&#10;AI-generated content may be incorrect.">
            <a:extLst>
              <a:ext uri="{FF2B5EF4-FFF2-40B4-BE49-F238E27FC236}">
                <a16:creationId xmlns:a16="http://schemas.microsoft.com/office/drawing/2014/main" id="{723AA07E-F041-100D-B08E-96A4AFB73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957" y="2236402"/>
            <a:ext cx="3249010" cy="6569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75F6E8-1443-8210-E7EF-9B02B248C3F5}"/>
              </a:ext>
            </a:extLst>
          </p:cNvPr>
          <p:cNvSpPr txBox="1"/>
          <p:nvPr/>
        </p:nvSpPr>
        <p:spPr>
          <a:xfrm>
            <a:off x="3054462" y="2951085"/>
            <a:ext cx="6083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from </a:t>
            </a:r>
            <a:r>
              <a:rPr lang="en-US" sz="1200" dirty="0" err="1"/>
              <a:t>Flajolet</a:t>
            </a:r>
            <a:r>
              <a:rPr lang="en-US" sz="1200" dirty="0"/>
              <a:t>, Gardy, </a:t>
            </a:r>
            <a:r>
              <a:rPr lang="en-US" sz="1200" dirty="0" err="1"/>
              <a:t>Thimonier</a:t>
            </a:r>
            <a:r>
              <a:rPr lang="en-US" sz="1200" dirty="0"/>
              <a:t>, Discrete and Applied Mathematics 39 (1992) 207-229 </a:t>
            </a:r>
          </a:p>
        </p:txBody>
      </p:sp>
    </p:spTree>
    <p:extLst>
      <p:ext uri="{BB962C8B-B14F-4D97-AF65-F5344CB8AC3E}">
        <p14:creationId xmlns:p14="http://schemas.microsoft.com/office/powerpoint/2010/main" val="313289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AAC3C-3E48-661D-FAB2-A1614659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E524-1DA2-6A1A-69D0-C849161A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reads required to see every protein at least once?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E48E3-D507-A220-95D3-A224FDC165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Beck2011: ~15.8M expected reads required to see each protein at least once.</a:t>
            </a:r>
          </a:p>
          <a:p>
            <a:endParaRPr lang="en-US" sz="1600" dirty="0"/>
          </a:p>
          <a:p>
            <a:r>
              <a:rPr lang="en-US" sz="1600" dirty="0"/>
              <a:t>Blood: ~</a:t>
            </a:r>
            <a:r>
              <a:rPr lang="en-US" dirty="0"/>
              <a:t>12.86</a:t>
            </a:r>
            <a:r>
              <a:rPr lang="en-US" b="1" dirty="0">
                <a:highlight>
                  <a:srgbClr val="FFFF00"/>
                </a:highlight>
              </a:rPr>
              <a:t>B</a:t>
            </a:r>
            <a:r>
              <a:rPr lang="en-US" dirty="0"/>
              <a:t> expected reads required to see each protein at least once.</a:t>
            </a:r>
          </a:p>
          <a:p>
            <a:endParaRPr lang="en-US" sz="1600" dirty="0"/>
          </a:p>
          <a:p>
            <a:r>
              <a:rPr lang="en-US" sz="1600" dirty="0"/>
              <a:t>The large difference is due to the arbitrary lower bound we set of 500 copies per cell of the lowest detectable proteins for Beck2011.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92D62-7394-AF64-1BE7-1F7FD5A20B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9F15C-A3D4-6F24-70C4-93C1EBEFE0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83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43F7-0EF0-0DDD-6502-381FE5CC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7215-DBBE-3D1D-0D52-A8F02C8A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Beck2011: How many of each protein seen given 100M reads?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D1495B-5066-CADB-01C8-34400A3F7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40454-2F86-9D15-0BA4-B73D2CE9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16587-0EDD-88BA-0A16-723C86BE2D29}"/>
              </a:ext>
            </a:extLst>
          </p:cNvPr>
          <p:cNvSpPr txBox="1"/>
          <p:nvPr/>
        </p:nvSpPr>
        <p:spPr>
          <a:xfrm>
            <a:off x="55659" y="1105621"/>
            <a:ext cx="22661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Proteins outside detectable dynamic range set to either 2*10</a:t>
            </a:r>
            <a:r>
              <a:rPr lang="en-US" sz="900" baseline="30000" dirty="0"/>
              <a:t>7</a:t>
            </a:r>
            <a:r>
              <a:rPr lang="en-US" sz="900" dirty="0"/>
              <a:t> (upper bound) or 500 (lower bound) copies per cell.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EB4D0A-309D-5395-B575-CD3EFDE8E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1081492"/>
            <a:ext cx="7772400" cy="495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15129-4985-F088-C3DF-EB31EF2E72C2}"/>
              </a:ext>
            </a:extLst>
          </p:cNvPr>
          <p:cNvSpPr txBox="1"/>
          <p:nvPr/>
        </p:nvSpPr>
        <p:spPr>
          <a:xfrm>
            <a:off x="3766930" y="1428786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Largest = 2M times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916A0-F752-7787-FCF0-0A6F6406B30D}"/>
              </a:ext>
            </a:extLst>
          </p:cNvPr>
          <p:cNvSpPr txBox="1"/>
          <p:nvPr/>
        </p:nvSpPr>
        <p:spPr>
          <a:xfrm>
            <a:off x="8733762" y="390608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Smallest = 52 times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CF7DBD-DAB9-0112-7648-196C2D51F5DB}"/>
              </a:ext>
            </a:extLst>
          </p:cNvPr>
          <p:cNvCxnSpPr>
            <a:cxnSpLocks/>
          </p:cNvCxnSpPr>
          <p:nvPr/>
        </p:nvCxnSpPr>
        <p:spPr>
          <a:xfrm flipH="1">
            <a:off x="3210339" y="1613452"/>
            <a:ext cx="526774" cy="196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26EC80-BF3F-0208-7497-6FE88DA1E88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835987" y="4275412"/>
            <a:ext cx="0" cy="185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99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9056-1D4B-903D-9892-D19A5773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DF43CB7-14B8-17CF-3D41-2C6B53AD4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6950" y="1041310"/>
            <a:ext cx="7658100" cy="52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2F13EF-DC35-62BE-29D5-8F940EBB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Blood: How many of each protein seen given 100M reads?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F5DF5-4389-544A-CAAB-AEC98332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E6BF7-EBF6-A594-583B-C40C8A6A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94215-FC41-3DF1-3BD5-338C7035FF0D}"/>
              </a:ext>
            </a:extLst>
          </p:cNvPr>
          <p:cNvSpPr txBox="1"/>
          <p:nvPr/>
        </p:nvSpPr>
        <p:spPr>
          <a:xfrm>
            <a:off x="3361414" y="1368355"/>
            <a:ext cx="2473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Largest = 4.54M times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0DEBB-5A1A-42E4-5282-E263E53FFF2B}"/>
              </a:ext>
            </a:extLst>
          </p:cNvPr>
          <p:cNvSpPr txBox="1"/>
          <p:nvPr/>
        </p:nvSpPr>
        <p:spPr>
          <a:xfrm>
            <a:off x="8471369" y="3898129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Smallest = 0.0196 times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5F761D-5327-3D68-97CE-DC748E999B51}"/>
              </a:ext>
            </a:extLst>
          </p:cNvPr>
          <p:cNvCxnSpPr>
            <a:cxnSpLocks/>
          </p:cNvCxnSpPr>
          <p:nvPr/>
        </p:nvCxnSpPr>
        <p:spPr>
          <a:xfrm flipH="1">
            <a:off x="2965836" y="1553021"/>
            <a:ext cx="365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C94F5C-DD13-E2C3-4BD0-40943B79349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798014" y="4267461"/>
            <a:ext cx="0" cy="662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FBFAD6-C865-198E-5C02-950AD523FAB9}"/>
              </a:ext>
            </a:extLst>
          </p:cNvPr>
          <p:cNvSpPr txBox="1"/>
          <p:nvPr/>
        </p:nvSpPr>
        <p:spPr>
          <a:xfrm>
            <a:off x="6384783" y="3033778"/>
            <a:ext cx="4985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this point unable to see at 100M reads; expected to see less than once.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9C107A-2373-7407-F98A-1EBEDBD89082}"/>
              </a:ext>
            </a:extLst>
          </p:cNvPr>
          <p:cNvCxnSpPr>
            <a:cxnSpLocks/>
          </p:cNvCxnSpPr>
          <p:nvPr/>
        </p:nvCxnSpPr>
        <p:spPr>
          <a:xfrm>
            <a:off x="7819465" y="3644810"/>
            <a:ext cx="0" cy="1284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711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C0F1-E28D-38AA-0DEC-2211588A1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42D3A-2D81-ED93-841E-83901CBC38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C9851-D063-807E-D672-FD2EFE4F46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9F19D-6F47-1089-571C-75ADAD77532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923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7CCE-9811-0D0E-54F4-A8FB9D73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reads required to see each protein at least once?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651E9-EE30-ECC0-226C-5817370964A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Assume </a:t>
            </a:r>
            <a:r>
              <a:rPr lang="en-US" i="1" dirty="0"/>
              <a:t>total</a:t>
            </a:r>
            <a:r>
              <a:rPr lang="en-US" dirty="0"/>
              <a:t> = 954,999,300 proteins / cell.</a:t>
            </a:r>
          </a:p>
          <a:p>
            <a:r>
              <a:rPr lang="en-US" dirty="0"/>
              <a:t>Construct the set of unique proteins to be </a:t>
            </a:r>
            <a:r>
              <a:rPr lang="en-US" i="1" dirty="0"/>
              <a:t>n</a:t>
            </a:r>
            <a:r>
              <a:rPr lang="en-US" dirty="0"/>
              <a:t> proteins with 500 copies/cell, and the rest to belong to a single protein with (</a:t>
            </a:r>
            <a:r>
              <a:rPr lang="en-US" i="1" dirty="0"/>
              <a:t>total - </a:t>
            </a:r>
            <a:r>
              <a:rPr lang="en-US" dirty="0"/>
              <a:t>500</a:t>
            </a:r>
            <a:r>
              <a:rPr lang="en-US" i="1" dirty="0"/>
              <a:t>n</a:t>
            </a:r>
            <a:r>
              <a:rPr lang="en-US" dirty="0"/>
              <a:t>) copies/cell.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C3F86-EBCD-70F0-26D8-4EDC8CB4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Toy scenario inspired from Beck2011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FA35B-239F-97D6-60B4-EF79F688BE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8CD57-2AE4-EAF6-B9A2-CE4C38FB666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CE541A-C5C6-D2E5-5414-9FAB56DD4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66" y="2826425"/>
            <a:ext cx="5464540" cy="3346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15C033-0962-F630-9074-66E5C5CD0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030" y="2826425"/>
            <a:ext cx="5464540" cy="334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62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0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00000000000000000000E+00&quot;&gt;&lt;m_msothmcolidx val=&quot;0&quot;/&gt;&lt;m_rgb r=&quot;00&quot; g=&quot;7F&quot; b=&quot;00&quot;/&gt;&lt;/elem&gt;&lt;elem m_fUsage=&quot;9.00000000000000022204E-01&quot;&gt;&lt;m_msothmcolidx val=&quot;0&quot;/&gt;&lt;m_rgb r=&quot;00&quot; g=&quot;B0&quot; b=&quot;F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FP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D95"/>
      </a:accent1>
      <a:accent2>
        <a:srgbClr val="CD2026"/>
      </a:accent2>
      <a:accent3>
        <a:srgbClr val="A5A5A5"/>
      </a:accent3>
      <a:accent4>
        <a:srgbClr val="F5BE2C"/>
      </a:accent4>
      <a:accent5>
        <a:srgbClr val="BADCE6"/>
      </a:accent5>
      <a:accent6>
        <a:srgbClr val="00A651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AA0E4-D051-4895-B9B1-C0A5EECABD74}" vid="{7EB2AE22-23E0-4E2A-8FD9-BC2220D4DA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60A0B1737071418649590C81BA87C4" ma:contentTypeVersion="15" ma:contentTypeDescription="Create a new document." ma:contentTypeScope="" ma:versionID="6c8d6c5e2b4ec0e550f42359b32a7e94">
  <xsd:schema xmlns:xsd="http://www.w3.org/2001/XMLSchema" xmlns:xs="http://www.w3.org/2001/XMLSchema" xmlns:p="http://schemas.microsoft.com/office/2006/metadata/properties" xmlns:ns2="4362ff93-79f8-44af-bd5a-4246bec923e3" xmlns:ns3="24d2e1c5-007c-46bd-9172-f5afba583292" targetNamespace="http://schemas.microsoft.com/office/2006/metadata/properties" ma:root="true" ma:fieldsID="e3a11fba4b9f2c14d655a3942d28c263" ns2:_="" ns3:_="">
    <xsd:import namespace="4362ff93-79f8-44af-bd5a-4246bec923e3"/>
    <xsd:import namespace="24d2e1c5-007c-46bd-9172-f5afba58329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2ff93-79f8-44af-bd5a-4246bec923e3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17f73fd-e05c-4f20-8f03-32d616d4e4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d2e1c5-007c-46bd-9172-f5afba58329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57e27c2-6d52-438f-84fe-557b908e8217}" ma:internalName="TaxCatchAll" ma:showField="CatchAllData" ma:web="24d2e1c5-007c-46bd-9172-f5afba5832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4d2e1c5-007c-46bd-9172-f5afba583292" xsi:nil="true"/>
    <lcf76f155ced4ddcb4097134ff3c332f xmlns="4362ff93-79f8-44af-bd5a-4246bec923e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55E2EF-58F8-47EC-BBDF-EA3257DF1F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2ff93-79f8-44af-bd5a-4246bec923e3"/>
    <ds:schemaRef ds:uri="24d2e1c5-007c-46bd-9172-f5afba5832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41F95A-851B-4138-9D8B-23401BED5B2E}">
  <ds:schemaRefs>
    <ds:schemaRef ds:uri="http://schemas.microsoft.com/office/2006/documentManagement/types"/>
    <ds:schemaRef ds:uri="4362ff93-79f8-44af-bd5a-4246bec923e3"/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24d2e1c5-007c-46bd-9172-f5afba583292"/>
  </ds:schemaRefs>
</ds:datastoreItem>
</file>

<file path=customXml/itemProps3.xml><?xml version="1.0" encoding="utf-8"?>
<ds:datastoreItem xmlns:ds="http://schemas.openxmlformats.org/officeDocument/2006/customXml" ds:itemID="{6BA9174A-5EAC-40D4-AA55-F23341E05E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Flagship - Widescreen</Template>
  <TotalTime>29732</TotalTime>
  <Words>660</Words>
  <Application>Microsoft Macintosh PowerPoint</Application>
  <PresentationFormat>Widescreen</PresentationFormat>
  <Paragraphs>81</Paragraphs>
  <Slides>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</vt:lpstr>
      <vt:lpstr>Calibri</vt:lpstr>
      <vt:lpstr>Helvetica</vt:lpstr>
      <vt:lpstr>Office Theme</vt:lpstr>
      <vt:lpstr>think-cell Slide</vt:lpstr>
      <vt:lpstr>FL110 – Investigating Sampling Probabilities</vt:lpstr>
      <vt:lpstr>Beck2011: 7309 total proteins</vt:lpstr>
      <vt:lpstr>Probabilities Using Beck2011</vt:lpstr>
      <vt:lpstr>Expected reads required to see every protein at least once?</vt:lpstr>
      <vt:lpstr>Expected reads required to see every protein at least once?</vt:lpstr>
      <vt:lpstr>Beck2011: How many of each protein seen given 100M reads?</vt:lpstr>
      <vt:lpstr>Blood: How many of each protein seen given 100M reads?</vt:lpstr>
      <vt:lpstr>Old Slides</vt:lpstr>
      <vt:lpstr>Expected reads required to see each protein at least once?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Flagship Pioneering Overview</dc:title>
  <dc:subject/>
  <dc:creator>Heng Lu</dc:creator>
  <cp:keywords/>
  <dc:description/>
  <cp:lastModifiedBy>Yih-En Andrew Ban</cp:lastModifiedBy>
  <cp:revision>735</cp:revision>
  <cp:lastPrinted>2023-05-16T00:40:24Z</cp:lastPrinted>
  <dcterms:created xsi:type="dcterms:W3CDTF">2020-11-04T17:12:14Z</dcterms:created>
  <dcterms:modified xsi:type="dcterms:W3CDTF">2025-06-16T20:14:02Z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0x0101009260A0B1737071418649590C81BA87C4</vt:lpwstr>
  </property>
  <property fmtid="{D5CDD505-2E9C-101B-9397-08002B2CF9AE}" pid="3" name="MediaServiceImageTags">
    <vt:lpwstr/>
  </property>
</Properties>
</file>