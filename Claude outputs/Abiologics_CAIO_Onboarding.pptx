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6" r:id="rId7"/>
    <p:sldId id="257" r:id="rId6"/>
    <p:sldId id="258" r:id="rId5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A416"/>
    <a:srgbClr val="29ACAC"/>
    <a:srgbClr val="5E00FF"/>
    <a:srgbClr val="9ECB3D"/>
    <a:srgbClr val="F8BB2F"/>
    <a:srgbClr val="535356"/>
    <a:srgbClr val="EF5290"/>
    <a:srgbClr val="737373"/>
    <a:srgbClr val="FFFFFF"/>
    <a:srgbClr val="879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EC2DD-7316-B6CA-F723-0CB4687AEDC5}" v="10" dt="2025-05-12T12:49:03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02" autoAdjust="0"/>
    <p:restoredTop sz="96327"/>
  </p:normalViewPr>
  <p:slideViewPr>
    <p:cSldViewPr snapToGrid="0">
      <p:cViewPr>
        <p:scale>
          <a:sx n="150" d="100"/>
          <a:sy n="150" d="100"/>
        </p:scale>
        <p:origin x="31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lyn Dunphy" userId="856728bb-8e87-49d8-890e-2355908c375b" providerId="ADAL" clId="{3E682631-B728-4A44-BB22-78F86BCD8206}"/>
    <pc:docChg chg="custSel addSld delSld modSld sldOrd">
      <pc:chgData name="Jaclyn Dunphy" userId="856728bb-8e87-49d8-890e-2355908c375b" providerId="ADAL" clId="{3E682631-B728-4A44-BB22-78F86BCD8206}" dt="2024-05-31T18:49:09.929" v="117" actId="680"/>
      <pc:docMkLst>
        <pc:docMk/>
      </pc:docMkLst>
      <pc:sldChg chg="new">
        <pc:chgData name="Jaclyn Dunphy" userId="856728bb-8e87-49d8-890e-2355908c375b" providerId="ADAL" clId="{3E682631-B728-4A44-BB22-78F86BCD8206}" dt="2024-05-31T18:48:50.682" v="105" actId="680"/>
        <pc:sldMkLst>
          <pc:docMk/>
          <pc:sldMk cId="3735484304" sldId="256"/>
        </pc:sldMkLst>
      </pc:sldChg>
      <pc:sldChg chg="new">
        <pc:chgData name="Jaclyn Dunphy" userId="856728bb-8e87-49d8-890e-2355908c375b" providerId="ADAL" clId="{3E682631-B728-4A44-BB22-78F86BCD8206}" dt="2024-05-31T18:48:52.296" v="106" actId="680"/>
        <pc:sldMkLst>
          <pc:docMk/>
          <pc:sldMk cId="253922750" sldId="257"/>
        </pc:sldMkLst>
      </pc:sldChg>
      <pc:sldChg chg="new">
        <pc:chgData name="Jaclyn Dunphy" userId="856728bb-8e87-49d8-890e-2355908c375b" providerId="ADAL" clId="{3E682631-B728-4A44-BB22-78F86BCD8206}" dt="2024-05-31T18:48:53.561" v="107" actId="680"/>
        <pc:sldMkLst>
          <pc:docMk/>
          <pc:sldMk cId="3292465306" sldId="258"/>
        </pc:sldMkLst>
      </pc:sldChg>
      <pc:sldChg chg="new">
        <pc:chgData name="Jaclyn Dunphy" userId="856728bb-8e87-49d8-890e-2355908c375b" providerId="ADAL" clId="{3E682631-B728-4A44-BB22-78F86BCD8206}" dt="2024-05-31T18:48:55.334" v="108" actId="680"/>
        <pc:sldMkLst>
          <pc:docMk/>
          <pc:sldMk cId="1028995058" sldId="259"/>
        </pc:sldMkLst>
      </pc:sldChg>
      <pc:sldChg chg="new">
        <pc:chgData name="Jaclyn Dunphy" userId="856728bb-8e87-49d8-890e-2355908c375b" providerId="ADAL" clId="{3E682631-B728-4A44-BB22-78F86BCD8206}" dt="2024-05-31T18:48:56.936" v="109" actId="680"/>
        <pc:sldMkLst>
          <pc:docMk/>
          <pc:sldMk cId="3646561443" sldId="260"/>
        </pc:sldMkLst>
      </pc:sldChg>
      <pc:sldChg chg="new">
        <pc:chgData name="Jaclyn Dunphy" userId="856728bb-8e87-49d8-890e-2355908c375b" providerId="ADAL" clId="{3E682631-B728-4A44-BB22-78F86BCD8206}" dt="2024-05-31T18:48:58.793" v="110" actId="680"/>
        <pc:sldMkLst>
          <pc:docMk/>
          <pc:sldMk cId="2691881412" sldId="261"/>
        </pc:sldMkLst>
      </pc:sldChg>
      <pc:sldChg chg="new">
        <pc:chgData name="Jaclyn Dunphy" userId="856728bb-8e87-49d8-890e-2355908c375b" providerId="ADAL" clId="{3E682631-B728-4A44-BB22-78F86BCD8206}" dt="2024-05-31T18:49:00.123" v="111" actId="680"/>
        <pc:sldMkLst>
          <pc:docMk/>
          <pc:sldMk cId="3899818871" sldId="262"/>
        </pc:sldMkLst>
      </pc:sldChg>
      <pc:sldChg chg="new">
        <pc:chgData name="Jaclyn Dunphy" userId="856728bb-8e87-49d8-890e-2355908c375b" providerId="ADAL" clId="{3E682631-B728-4A44-BB22-78F86BCD8206}" dt="2024-05-31T18:49:01.509" v="112" actId="680"/>
        <pc:sldMkLst>
          <pc:docMk/>
          <pc:sldMk cId="3902809396" sldId="263"/>
        </pc:sldMkLst>
      </pc:sldChg>
      <pc:sldChg chg="new">
        <pc:chgData name="Jaclyn Dunphy" userId="856728bb-8e87-49d8-890e-2355908c375b" providerId="ADAL" clId="{3E682631-B728-4A44-BB22-78F86BCD8206}" dt="2024-05-31T18:49:03.258" v="113" actId="680"/>
        <pc:sldMkLst>
          <pc:docMk/>
          <pc:sldMk cId="2853905442" sldId="264"/>
        </pc:sldMkLst>
      </pc:sldChg>
      <pc:sldChg chg="new">
        <pc:chgData name="Jaclyn Dunphy" userId="856728bb-8e87-49d8-890e-2355908c375b" providerId="ADAL" clId="{3E682631-B728-4A44-BB22-78F86BCD8206}" dt="2024-05-31T18:49:04.591" v="114" actId="680"/>
        <pc:sldMkLst>
          <pc:docMk/>
          <pc:sldMk cId="1704602172" sldId="265"/>
        </pc:sldMkLst>
      </pc:sldChg>
      <pc:sldChg chg="new">
        <pc:chgData name="Jaclyn Dunphy" userId="856728bb-8e87-49d8-890e-2355908c375b" providerId="ADAL" clId="{3E682631-B728-4A44-BB22-78F86BCD8206}" dt="2024-05-31T18:49:06.463" v="115" actId="680"/>
        <pc:sldMkLst>
          <pc:docMk/>
          <pc:sldMk cId="1525475135" sldId="266"/>
        </pc:sldMkLst>
      </pc:sldChg>
      <pc:sldChg chg="new">
        <pc:chgData name="Jaclyn Dunphy" userId="856728bb-8e87-49d8-890e-2355908c375b" providerId="ADAL" clId="{3E682631-B728-4A44-BB22-78F86BCD8206}" dt="2024-05-31T18:49:08.330" v="116" actId="680"/>
        <pc:sldMkLst>
          <pc:docMk/>
          <pc:sldMk cId="1150075111" sldId="267"/>
        </pc:sldMkLst>
      </pc:sldChg>
      <pc:sldChg chg="new">
        <pc:chgData name="Jaclyn Dunphy" userId="856728bb-8e87-49d8-890e-2355908c375b" providerId="ADAL" clId="{3E682631-B728-4A44-BB22-78F86BCD8206}" dt="2024-05-31T18:49:09.929" v="117" actId="680"/>
        <pc:sldMkLst>
          <pc:docMk/>
          <pc:sldMk cId="176236744" sldId="268"/>
        </pc:sldMkLst>
      </pc:sldChg>
      <pc:sldChg chg="add del">
        <pc:chgData name="Jaclyn Dunphy" userId="856728bb-8e87-49d8-890e-2355908c375b" providerId="ADAL" clId="{3E682631-B728-4A44-BB22-78F86BCD8206}" dt="2024-05-31T18:48:47.335" v="99" actId="2696"/>
        <pc:sldMkLst>
          <pc:docMk/>
          <pc:sldMk cId="1315507474" sldId="273"/>
        </pc:sldMkLst>
      </pc:sldChg>
      <pc:sldChg chg="add del">
        <pc:chgData name="Jaclyn Dunphy" userId="856728bb-8e87-49d8-890e-2355908c375b" providerId="ADAL" clId="{3E682631-B728-4A44-BB22-78F86BCD8206}" dt="2024-05-31T18:48:46.882" v="95" actId="2696"/>
        <pc:sldMkLst>
          <pc:docMk/>
          <pc:sldMk cId="2577820245" sldId="274"/>
        </pc:sldMkLst>
      </pc:sldChg>
      <pc:sldChg chg="add del">
        <pc:chgData name="Jaclyn Dunphy" userId="856728bb-8e87-49d8-890e-2355908c375b" providerId="ADAL" clId="{3E682631-B728-4A44-BB22-78F86BCD8206}" dt="2024-05-31T18:48:47.063" v="97" actId="2696"/>
        <pc:sldMkLst>
          <pc:docMk/>
          <pc:sldMk cId="1143707497" sldId="279"/>
        </pc:sldMkLst>
      </pc:sldChg>
      <pc:sldChg chg="modSp del mod">
        <pc:chgData name="Jaclyn Dunphy" userId="856728bb-8e87-49d8-890e-2355908c375b" providerId="ADAL" clId="{3E682631-B728-4A44-BB22-78F86BCD8206}" dt="2024-05-31T18:48:48.279" v="104" actId="2696"/>
        <pc:sldMkLst>
          <pc:docMk/>
          <pc:sldMk cId="506241933" sldId="280"/>
        </pc:sldMkLst>
      </pc:sldChg>
      <pc:sldChg chg="del ord">
        <pc:chgData name="Jaclyn Dunphy" userId="856728bb-8e87-49d8-890e-2355908c375b" providerId="ADAL" clId="{3E682631-B728-4A44-BB22-78F86BCD8206}" dt="2024-05-31T18:48:47.884" v="103" actId="2696"/>
        <pc:sldMkLst>
          <pc:docMk/>
          <pc:sldMk cId="1024278469" sldId="281"/>
        </pc:sldMkLst>
      </pc:sldChg>
      <pc:sldChg chg="del">
        <pc:chgData name="Jaclyn Dunphy" userId="856728bb-8e87-49d8-890e-2355908c375b" providerId="ADAL" clId="{3E682631-B728-4A44-BB22-78F86BCD8206}" dt="2024-05-31T18:46:55.591" v="2" actId="2696"/>
        <pc:sldMkLst>
          <pc:docMk/>
          <pc:sldMk cId="2819331808" sldId="282"/>
        </pc:sldMkLst>
      </pc:sldChg>
      <pc:sldChg chg="del">
        <pc:chgData name="Jaclyn Dunphy" userId="856728bb-8e87-49d8-890e-2355908c375b" providerId="ADAL" clId="{3E682631-B728-4A44-BB22-78F86BCD8206}" dt="2024-05-31T18:46:56.520" v="7" actId="2696"/>
        <pc:sldMkLst>
          <pc:docMk/>
          <pc:sldMk cId="1443672497" sldId="285"/>
        </pc:sldMkLst>
      </pc:sldChg>
      <pc:sldChg chg="del">
        <pc:chgData name="Jaclyn Dunphy" userId="856728bb-8e87-49d8-890e-2355908c375b" providerId="ADAL" clId="{3E682631-B728-4A44-BB22-78F86BCD8206}" dt="2024-05-31T18:46:57.594" v="12" actId="2696"/>
        <pc:sldMkLst>
          <pc:docMk/>
          <pc:sldMk cId="1637024833" sldId="291"/>
        </pc:sldMkLst>
      </pc:sldChg>
      <pc:sldChg chg="del">
        <pc:chgData name="Jaclyn Dunphy" userId="856728bb-8e87-49d8-890e-2355908c375b" providerId="ADAL" clId="{3E682631-B728-4A44-BB22-78F86BCD8206}" dt="2024-05-31T18:46:57.961" v="13" actId="2696"/>
        <pc:sldMkLst>
          <pc:docMk/>
          <pc:sldMk cId="2405075818" sldId="292"/>
        </pc:sldMkLst>
      </pc:sldChg>
      <pc:sldChg chg="del">
        <pc:chgData name="Jaclyn Dunphy" userId="856728bb-8e87-49d8-890e-2355908c375b" providerId="ADAL" clId="{3E682631-B728-4A44-BB22-78F86BCD8206}" dt="2024-05-31T18:46:58.582" v="14" actId="2696"/>
        <pc:sldMkLst>
          <pc:docMk/>
          <pc:sldMk cId="2896233384" sldId="293"/>
        </pc:sldMkLst>
      </pc:sldChg>
      <pc:sldChg chg="del">
        <pc:chgData name="Jaclyn Dunphy" userId="856728bb-8e87-49d8-890e-2355908c375b" providerId="ADAL" clId="{3E682631-B728-4A44-BB22-78F86BCD8206}" dt="2024-05-31T18:46:57.218" v="11" actId="2696"/>
        <pc:sldMkLst>
          <pc:docMk/>
          <pc:sldMk cId="3287017002" sldId="311"/>
        </pc:sldMkLst>
      </pc:sldChg>
      <pc:sldChg chg="del">
        <pc:chgData name="Jaclyn Dunphy" userId="856728bb-8e87-49d8-890e-2355908c375b" providerId="ADAL" clId="{3E682631-B728-4A44-BB22-78F86BCD8206}" dt="2024-05-31T18:46:55.660" v="3" actId="2696"/>
        <pc:sldMkLst>
          <pc:docMk/>
          <pc:sldMk cId="2426151921" sldId="312"/>
        </pc:sldMkLst>
      </pc:sldChg>
      <pc:sldChg chg="del">
        <pc:chgData name="Jaclyn Dunphy" userId="856728bb-8e87-49d8-890e-2355908c375b" providerId="ADAL" clId="{3E682631-B728-4A44-BB22-78F86BCD8206}" dt="2024-05-31T18:46:56.669" v="8" actId="2696"/>
        <pc:sldMkLst>
          <pc:docMk/>
          <pc:sldMk cId="811793739" sldId="314"/>
        </pc:sldMkLst>
      </pc:sldChg>
      <pc:sldChg chg="del">
        <pc:chgData name="Jaclyn Dunphy" userId="856728bb-8e87-49d8-890e-2355908c375b" providerId="ADAL" clId="{3E682631-B728-4A44-BB22-78F86BCD8206}" dt="2024-05-31T18:46:56.827" v="9" actId="2696"/>
        <pc:sldMkLst>
          <pc:docMk/>
          <pc:sldMk cId="4293527544" sldId="316"/>
        </pc:sldMkLst>
      </pc:sldChg>
      <pc:sldChg chg="del">
        <pc:chgData name="Jaclyn Dunphy" userId="856728bb-8e87-49d8-890e-2355908c375b" providerId="ADAL" clId="{3E682631-B728-4A44-BB22-78F86BCD8206}" dt="2024-05-31T18:46:56.943" v="10" actId="2696"/>
        <pc:sldMkLst>
          <pc:docMk/>
          <pc:sldMk cId="2497433324" sldId="318"/>
        </pc:sldMkLst>
      </pc:sldChg>
      <pc:sldChg chg="del">
        <pc:chgData name="Jaclyn Dunphy" userId="856728bb-8e87-49d8-890e-2355908c375b" providerId="ADAL" clId="{3E682631-B728-4A44-BB22-78F86BCD8206}" dt="2024-05-31T18:46:55.815" v="4" actId="2696"/>
        <pc:sldMkLst>
          <pc:docMk/>
          <pc:sldMk cId="1448884373" sldId="319"/>
        </pc:sldMkLst>
      </pc:sldChg>
      <pc:sldChg chg="del">
        <pc:chgData name="Jaclyn Dunphy" userId="856728bb-8e87-49d8-890e-2355908c375b" providerId="ADAL" clId="{3E682631-B728-4A44-BB22-78F86BCD8206}" dt="2024-05-31T18:46:56.379" v="6" actId="2696"/>
        <pc:sldMkLst>
          <pc:docMk/>
          <pc:sldMk cId="616139788" sldId="321"/>
        </pc:sldMkLst>
      </pc:sldChg>
      <pc:sldChg chg="del">
        <pc:chgData name="Jaclyn Dunphy" userId="856728bb-8e87-49d8-890e-2355908c375b" providerId="ADAL" clId="{3E682631-B728-4A44-BB22-78F86BCD8206}" dt="2024-05-31T18:46:55.979" v="5" actId="2696"/>
        <pc:sldMkLst>
          <pc:docMk/>
          <pc:sldMk cId="3666477774" sldId="322"/>
        </pc:sldMkLst>
      </pc:sldChg>
      <pc:sldChg chg="add del">
        <pc:chgData name="Jaclyn Dunphy" userId="856728bb-8e87-49d8-890e-2355908c375b" providerId="ADAL" clId="{3E682631-B728-4A44-BB22-78F86BCD8206}" dt="2024-05-31T18:48:47.737" v="102" actId="2696"/>
        <pc:sldMkLst>
          <pc:docMk/>
          <pc:sldMk cId="493968894" sldId="2147482074"/>
        </pc:sldMkLst>
      </pc:sldChg>
      <pc:sldChg chg="add del">
        <pc:chgData name="Jaclyn Dunphy" userId="856728bb-8e87-49d8-890e-2355908c375b" providerId="ADAL" clId="{3E682631-B728-4A44-BB22-78F86BCD8206}" dt="2024-05-31T18:48:47.504" v="100" actId="2696"/>
        <pc:sldMkLst>
          <pc:docMk/>
          <pc:sldMk cId="914389384" sldId="2147482075"/>
        </pc:sldMkLst>
      </pc:sldChg>
      <pc:sldChg chg="add del">
        <pc:chgData name="Jaclyn Dunphy" userId="856728bb-8e87-49d8-890e-2355908c375b" providerId="ADAL" clId="{3E682631-B728-4A44-BB22-78F86BCD8206}" dt="2024-05-31T18:48:47.220" v="98" actId="2696"/>
        <pc:sldMkLst>
          <pc:docMk/>
          <pc:sldMk cId="2013319951" sldId="2147482076"/>
        </pc:sldMkLst>
      </pc:sldChg>
      <pc:sldChg chg="add del">
        <pc:chgData name="Jaclyn Dunphy" userId="856728bb-8e87-49d8-890e-2355908c375b" providerId="ADAL" clId="{3E682631-B728-4A44-BB22-78F86BCD8206}" dt="2024-05-31T18:48:46.935" v="96" actId="2696"/>
        <pc:sldMkLst>
          <pc:docMk/>
          <pc:sldMk cId="2179749966" sldId="2147482077"/>
        </pc:sldMkLst>
      </pc:sldChg>
      <pc:sldChg chg="add del">
        <pc:chgData name="Jaclyn Dunphy" userId="856728bb-8e87-49d8-890e-2355908c375b" providerId="ADAL" clId="{3E682631-B728-4A44-BB22-78F86BCD8206}" dt="2024-05-31T18:48:47.610" v="101" actId="2696"/>
        <pc:sldMkLst>
          <pc:docMk/>
          <pc:sldMk cId="3058498570" sldId="2147482082"/>
        </pc:sldMkLst>
      </pc:sldChg>
    </pc:docChg>
  </pc:docChgLst>
  <pc:docChgLst>
    <pc:chgData name="Jaclyn Dunphy" userId="S::jdunphy@abiologics.com::856728bb-8e87-49d8-890e-2355908c375b" providerId="AD" clId="Web-{98B69FD3-BD15-054B-4484-3BAC0A2E5C27}"/>
    <pc:docChg chg="addSld">
      <pc:chgData name="Jaclyn Dunphy" userId="S::jdunphy@abiologics.com::856728bb-8e87-49d8-890e-2355908c375b" providerId="AD" clId="Web-{98B69FD3-BD15-054B-4484-3BAC0A2E5C27}" dt="2024-07-15T20:21:57.969" v="1"/>
      <pc:docMkLst>
        <pc:docMk/>
      </pc:docMkLst>
      <pc:sldChg chg="new">
        <pc:chgData name="Jaclyn Dunphy" userId="S::jdunphy@abiologics.com::856728bb-8e87-49d8-890e-2355908c375b" providerId="AD" clId="Web-{98B69FD3-BD15-054B-4484-3BAC0A2E5C27}" dt="2024-07-15T20:21:47.218" v="0"/>
        <pc:sldMkLst>
          <pc:docMk/>
          <pc:sldMk cId="3977471918" sldId="258"/>
        </pc:sldMkLst>
      </pc:sldChg>
      <pc:sldChg chg="new">
        <pc:chgData name="Jaclyn Dunphy" userId="S::jdunphy@abiologics.com::856728bb-8e87-49d8-890e-2355908c375b" providerId="AD" clId="Web-{98B69FD3-BD15-054B-4484-3BAC0A2E5C27}" dt="2024-07-15T20:21:57.969" v="1"/>
        <pc:sldMkLst>
          <pc:docMk/>
          <pc:sldMk cId="1790033476" sldId="259"/>
        </pc:sldMkLst>
      </pc:sldChg>
    </pc:docChg>
  </pc:docChgLst>
  <pc:docChgLst>
    <pc:chgData name="Tingting Yu" userId="S::tyu@abiologics.com::f9d403ca-9c3e-4594-a387-21791deb62d4" providerId="AD" clId="Web-{4FC83C70-AC17-39AB-781E-EC46B4EBACF0}"/>
    <pc:docChg chg="modSld">
      <pc:chgData name="Tingting Yu" userId="S::tyu@abiologics.com::f9d403ca-9c3e-4594-a387-21791deb62d4" providerId="AD" clId="Web-{4FC83C70-AC17-39AB-781E-EC46B4EBACF0}" dt="2024-11-07T20:50:26.730" v="1" actId="20577"/>
      <pc:docMkLst>
        <pc:docMk/>
      </pc:docMkLst>
      <pc:sldChg chg="modSp">
        <pc:chgData name="Tingting Yu" userId="S::tyu@abiologics.com::f9d403ca-9c3e-4594-a387-21791deb62d4" providerId="AD" clId="Web-{4FC83C70-AC17-39AB-781E-EC46B4EBACF0}" dt="2024-11-07T20:50:26.730" v="1" actId="20577"/>
        <pc:sldMkLst>
          <pc:docMk/>
          <pc:sldMk cId="551431722" sldId="257"/>
        </pc:sldMkLst>
      </pc:sldChg>
    </pc:docChg>
  </pc:docChgLst>
  <pc:docChgLst>
    <pc:chgData name="Rafael Alcala Torano" userId="6315a871-eade-4d75-b326-4ddb15edb518" providerId="ADAL" clId="{8902A31A-7EDB-41C5-AC90-526D1038118C}"/>
    <pc:docChg chg="undo custSel addSld delSld modSld">
      <pc:chgData name="Rafael Alcala Torano" userId="6315a871-eade-4d75-b326-4ddb15edb518" providerId="ADAL" clId="{8902A31A-7EDB-41C5-AC90-526D1038118C}" dt="2025-03-07T14:50:38.569" v="2355" actId="1076"/>
      <pc:docMkLst>
        <pc:docMk/>
      </pc:docMkLst>
      <pc:sldChg chg="addSp delSp modSp mod">
        <pc:chgData name="Rafael Alcala Torano" userId="6315a871-eade-4d75-b326-4ddb15edb518" providerId="ADAL" clId="{8902A31A-7EDB-41C5-AC90-526D1038118C}" dt="2025-03-07T14:11:46.332" v="1904" actId="478"/>
        <pc:sldMkLst>
          <pc:docMk/>
          <pc:sldMk cId="551431722" sldId="257"/>
        </pc:sldMkLst>
        <pc:spChg chg="mod">
          <ac:chgData name="Rafael Alcala Torano" userId="6315a871-eade-4d75-b326-4ddb15edb518" providerId="ADAL" clId="{8902A31A-7EDB-41C5-AC90-526D1038118C}" dt="2025-03-06T18:56:19.543" v="86" actId="14100"/>
          <ac:spMkLst>
            <pc:docMk/>
            <pc:sldMk cId="551431722" sldId="257"/>
            <ac:spMk id="3" creationId="{D2F705F6-5CDA-78B5-BDF7-6D5F9FE2DA03}"/>
          </ac:spMkLst>
        </pc:spChg>
        <pc:spChg chg="add mod">
          <ac:chgData name="Rafael Alcala Torano" userId="6315a871-eade-4d75-b326-4ddb15edb518" providerId="ADAL" clId="{8902A31A-7EDB-41C5-AC90-526D1038118C}" dt="2025-03-06T18:56:28.948" v="87" actId="12789"/>
          <ac:spMkLst>
            <pc:docMk/>
            <pc:sldMk cId="551431722" sldId="257"/>
            <ac:spMk id="8" creationId="{0817E4CD-4909-118C-E06C-9DCD428E184B}"/>
          </ac:spMkLst>
        </pc:spChg>
        <pc:spChg chg="add mod">
          <ac:chgData name="Rafael Alcala Torano" userId="6315a871-eade-4d75-b326-4ddb15edb518" providerId="ADAL" clId="{8902A31A-7EDB-41C5-AC90-526D1038118C}" dt="2025-03-06T18:56:34.089" v="88" actId="12789"/>
          <ac:spMkLst>
            <pc:docMk/>
            <pc:sldMk cId="551431722" sldId="257"/>
            <ac:spMk id="9" creationId="{D34C5F69-E5F5-2352-5940-E9619811D92E}"/>
          </ac:spMkLst>
        </pc:spChg>
        <pc:spChg chg="add mod">
          <ac:chgData name="Rafael Alcala Torano" userId="6315a871-eade-4d75-b326-4ddb15edb518" providerId="ADAL" clId="{8902A31A-7EDB-41C5-AC90-526D1038118C}" dt="2025-03-06T18:56:38.289" v="89" actId="12789"/>
          <ac:spMkLst>
            <pc:docMk/>
            <pc:sldMk cId="551431722" sldId="257"/>
            <ac:spMk id="10" creationId="{C027D9A5-607D-96E4-63D9-30A116DE385D}"/>
          </ac:spMkLst>
        </pc:spChg>
        <pc:spChg chg="add mod">
          <ac:chgData name="Rafael Alcala Torano" userId="6315a871-eade-4d75-b326-4ddb15edb518" providerId="ADAL" clId="{8902A31A-7EDB-41C5-AC90-526D1038118C}" dt="2025-03-06T18:56:42.588" v="90" actId="12789"/>
          <ac:spMkLst>
            <pc:docMk/>
            <pc:sldMk cId="551431722" sldId="257"/>
            <ac:spMk id="11" creationId="{061D7731-C843-8BAA-26A0-7DBCA8485130}"/>
          </ac:spMkLst>
        </pc:spChg>
        <pc:spChg chg="add mod">
          <ac:chgData name="Rafael Alcala Torano" userId="6315a871-eade-4d75-b326-4ddb15edb518" providerId="ADAL" clId="{8902A31A-7EDB-41C5-AC90-526D1038118C}" dt="2025-03-06T18:55:20.284" v="85" actId="20577"/>
          <ac:spMkLst>
            <pc:docMk/>
            <pc:sldMk cId="551431722" sldId="257"/>
            <ac:spMk id="12" creationId="{D72DFEE6-6DB4-FEDF-7306-3A5486B6B9FC}"/>
          </ac:spMkLst>
        </pc:spChg>
        <pc:spChg chg="add mod">
          <ac:chgData name="Rafael Alcala Torano" userId="6315a871-eade-4d75-b326-4ddb15edb518" providerId="ADAL" clId="{8902A31A-7EDB-41C5-AC90-526D1038118C}" dt="2025-03-06T18:57:52.013" v="102" actId="20577"/>
          <ac:spMkLst>
            <pc:docMk/>
            <pc:sldMk cId="551431722" sldId="257"/>
            <ac:spMk id="25" creationId="{2FDE8A20-D2FD-EE68-34D1-6D74AB176185}"/>
          </ac:spMkLst>
        </pc:spChg>
        <pc:spChg chg="add mod">
          <ac:chgData name="Rafael Alcala Torano" userId="6315a871-eade-4d75-b326-4ddb15edb518" providerId="ADAL" clId="{8902A31A-7EDB-41C5-AC90-526D1038118C}" dt="2025-03-06T18:57:57.281" v="118" actId="20577"/>
          <ac:spMkLst>
            <pc:docMk/>
            <pc:sldMk cId="551431722" sldId="257"/>
            <ac:spMk id="26" creationId="{8CE76F7F-E220-7830-D30C-FB941E164EF4}"/>
          </ac:spMkLst>
        </pc:spChg>
        <pc:spChg chg="add mod">
          <ac:chgData name="Rafael Alcala Torano" userId="6315a871-eade-4d75-b326-4ddb15edb518" providerId="ADAL" clId="{8902A31A-7EDB-41C5-AC90-526D1038118C}" dt="2025-03-06T18:58:01.753" v="132" actId="20577"/>
          <ac:spMkLst>
            <pc:docMk/>
            <pc:sldMk cId="551431722" sldId="257"/>
            <ac:spMk id="27" creationId="{5EDE49D3-C59D-A6BF-D617-9BE25A2A42E6}"/>
          </ac:spMkLst>
        </pc:spChg>
        <pc:picChg chg="add mod">
          <ac:chgData name="Rafael Alcala Torano" userId="6315a871-eade-4d75-b326-4ddb15edb518" providerId="ADAL" clId="{8902A31A-7EDB-41C5-AC90-526D1038118C}" dt="2025-03-06T18:56:28.948" v="87" actId="12789"/>
          <ac:picMkLst>
            <pc:docMk/>
            <pc:sldMk cId="551431722" sldId="257"/>
            <ac:picMk id="4" creationId="{00000000-0008-0000-0800-000002000000}"/>
          </ac:picMkLst>
        </pc:picChg>
        <pc:picChg chg="add mod">
          <ac:chgData name="Rafael Alcala Torano" userId="6315a871-eade-4d75-b326-4ddb15edb518" providerId="ADAL" clId="{8902A31A-7EDB-41C5-AC90-526D1038118C}" dt="2025-03-06T18:56:34.089" v="88" actId="12789"/>
          <ac:picMkLst>
            <pc:docMk/>
            <pc:sldMk cId="551431722" sldId="257"/>
            <ac:picMk id="5" creationId="{00000000-0008-0000-0800-000003000000}"/>
          </ac:picMkLst>
        </pc:picChg>
        <pc:picChg chg="add mod">
          <ac:chgData name="Rafael Alcala Torano" userId="6315a871-eade-4d75-b326-4ddb15edb518" providerId="ADAL" clId="{8902A31A-7EDB-41C5-AC90-526D1038118C}" dt="2025-03-06T18:56:38.289" v="89" actId="12789"/>
          <ac:picMkLst>
            <pc:docMk/>
            <pc:sldMk cId="551431722" sldId="257"/>
            <ac:picMk id="6" creationId="{00000000-0008-0000-0800-000004000000}"/>
          </ac:picMkLst>
        </pc:picChg>
        <pc:picChg chg="add mod">
          <ac:chgData name="Rafael Alcala Torano" userId="6315a871-eade-4d75-b326-4ddb15edb518" providerId="ADAL" clId="{8902A31A-7EDB-41C5-AC90-526D1038118C}" dt="2025-03-06T18:56:42.588" v="90" actId="12789"/>
          <ac:picMkLst>
            <pc:docMk/>
            <pc:sldMk cId="551431722" sldId="257"/>
            <ac:picMk id="7" creationId="{00000000-0008-0000-0800-000005000000}"/>
          </ac:picMkLst>
        </pc:picChg>
        <pc:picChg chg="add mod">
          <ac:chgData name="Rafael Alcala Torano" userId="6315a871-eade-4d75-b326-4ddb15edb518" providerId="ADAL" clId="{8902A31A-7EDB-41C5-AC90-526D1038118C}" dt="2025-03-06T18:56:28.948" v="87" actId="12789"/>
          <ac:picMkLst>
            <pc:docMk/>
            <pc:sldMk cId="551431722" sldId="257"/>
            <ac:picMk id="13" creationId="{00000000-0008-0000-0800-000002000000}"/>
          </ac:picMkLst>
        </pc:picChg>
        <pc:picChg chg="add mod">
          <ac:chgData name="Rafael Alcala Torano" userId="6315a871-eade-4d75-b326-4ddb15edb518" providerId="ADAL" clId="{8902A31A-7EDB-41C5-AC90-526D1038118C}" dt="2025-03-06T18:56:34.089" v="88" actId="12789"/>
          <ac:picMkLst>
            <pc:docMk/>
            <pc:sldMk cId="551431722" sldId="257"/>
            <ac:picMk id="14" creationId="{00000000-0008-0000-0800-000003000000}"/>
          </ac:picMkLst>
        </pc:picChg>
        <pc:picChg chg="add mod">
          <ac:chgData name="Rafael Alcala Torano" userId="6315a871-eade-4d75-b326-4ddb15edb518" providerId="ADAL" clId="{8902A31A-7EDB-41C5-AC90-526D1038118C}" dt="2025-03-06T18:56:38.289" v="89" actId="12789"/>
          <ac:picMkLst>
            <pc:docMk/>
            <pc:sldMk cId="551431722" sldId="257"/>
            <ac:picMk id="15" creationId="{00000000-0008-0000-0800-000004000000}"/>
          </ac:picMkLst>
        </pc:picChg>
        <pc:picChg chg="add mod">
          <ac:chgData name="Rafael Alcala Torano" userId="6315a871-eade-4d75-b326-4ddb15edb518" providerId="ADAL" clId="{8902A31A-7EDB-41C5-AC90-526D1038118C}" dt="2025-03-06T18:56:42.588" v="90" actId="12789"/>
          <ac:picMkLst>
            <pc:docMk/>
            <pc:sldMk cId="551431722" sldId="257"/>
            <ac:picMk id="16" creationId="{00000000-0008-0000-0800-000005000000}"/>
          </ac:picMkLst>
        </pc:picChg>
        <pc:picChg chg="add mod">
          <ac:chgData name="Rafael Alcala Torano" userId="6315a871-eade-4d75-b326-4ddb15edb518" providerId="ADAL" clId="{8902A31A-7EDB-41C5-AC90-526D1038118C}" dt="2025-03-06T18:56:28.948" v="87" actId="12789"/>
          <ac:picMkLst>
            <pc:docMk/>
            <pc:sldMk cId="551431722" sldId="257"/>
            <ac:picMk id="17" creationId="{00000000-0008-0000-0800-000002000000}"/>
          </ac:picMkLst>
        </pc:picChg>
        <pc:picChg chg="add mod">
          <ac:chgData name="Rafael Alcala Torano" userId="6315a871-eade-4d75-b326-4ddb15edb518" providerId="ADAL" clId="{8902A31A-7EDB-41C5-AC90-526D1038118C}" dt="2025-03-06T18:56:34.089" v="88" actId="12789"/>
          <ac:picMkLst>
            <pc:docMk/>
            <pc:sldMk cId="551431722" sldId="257"/>
            <ac:picMk id="18" creationId="{00000000-0008-0000-0800-000003000000}"/>
          </ac:picMkLst>
        </pc:picChg>
        <pc:picChg chg="add mod">
          <ac:chgData name="Rafael Alcala Torano" userId="6315a871-eade-4d75-b326-4ddb15edb518" providerId="ADAL" clId="{8902A31A-7EDB-41C5-AC90-526D1038118C}" dt="2025-03-06T18:56:38.289" v="89" actId="12789"/>
          <ac:picMkLst>
            <pc:docMk/>
            <pc:sldMk cId="551431722" sldId="257"/>
            <ac:picMk id="19" creationId="{00000000-0008-0000-0800-000004000000}"/>
          </ac:picMkLst>
        </pc:picChg>
        <pc:picChg chg="add mod">
          <ac:chgData name="Rafael Alcala Torano" userId="6315a871-eade-4d75-b326-4ddb15edb518" providerId="ADAL" clId="{8902A31A-7EDB-41C5-AC90-526D1038118C}" dt="2025-03-06T18:56:42.588" v="90" actId="12789"/>
          <ac:picMkLst>
            <pc:docMk/>
            <pc:sldMk cId="551431722" sldId="257"/>
            <ac:picMk id="20" creationId="{00000000-0008-0000-0800-000005000000}"/>
          </ac:picMkLst>
        </pc:picChg>
        <pc:picChg chg="add mod">
          <ac:chgData name="Rafael Alcala Torano" userId="6315a871-eade-4d75-b326-4ddb15edb518" providerId="ADAL" clId="{8902A31A-7EDB-41C5-AC90-526D1038118C}" dt="2025-03-06T18:56:28.948" v="87" actId="12789"/>
          <ac:picMkLst>
            <pc:docMk/>
            <pc:sldMk cId="551431722" sldId="257"/>
            <ac:picMk id="21" creationId="{00000000-0008-0000-0800-000002000000}"/>
          </ac:picMkLst>
        </pc:picChg>
        <pc:picChg chg="add mod">
          <ac:chgData name="Rafael Alcala Torano" userId="6315a871-eade-4d75-b326-4ddb15edb518" providerId="ADAL" clId="{8902A31A-7EDB-41C5-AC90-526D1038118C}" dt="2025-03-06T18:56:34.089" v="88" actId="12789"/>
          <ac:picMkLst>
            <pc:docMk/>
            <pc:sldMk cId="551431722" sldId="257"/>
            <ac:picMk id="22" creationId="{00000000-0008-0000-0800-000003000000}"/>
          </ac:picMkLst>
        </pc:picChg>
        <pc:picChg chg="add mod">
          <ac:chgData name="Rafael Alcala Torano" userId="6315a871-eade-4d75-b326-4ddb15edb518" providerId="ADAL" clId="{8902A31A-7EDB-41C5-AC90-526D1038118C}" dt="2025-03-06T18:56:38.289" v="89" actId="12789"/>
          <ac:picMkLst>
            <pc:docMk/>
            <pc:sldMk cId="551431722" sldId="257"/>
            <ac:picMk id="23" creationId="{00000000-0008-0000-0800-000004000000}"/>
          </ac:picMkLst>
        </pc:picChg>
        <pc:picChg chg="add mod">
          <ac:chgData name="Rafael Alcala Torano" userId="6315a871-eade-4d75-b326-4ddb15edb518" providerId="ADAL" clId="{8902A31A-7EDB-41C5-AC90-526D1038118C}" dt="2025-03-07T14:08:49.114" v="1902" actId="1076"/>
          <ac:picMkLst>
            <pc:docMk/>
            <pc:sldMk cId="551431722" sldId="257"/>
            <ac:picMk id="24" creationId="{00000000-0008-0000-0800-000005000000}"/>
          </ac:picMkLst>
        </pc:picChg>
        <pc:picChg chg="add del mod">
          <ac:chgData name="Rafael Alcala Torano" userId="6315a871-eade-4d75-b326-4ddb15edb518" providerId="ADAL" clId="{8902A31A-7EDB-41C5-AC90-526D1038118C}" dt="2025-03-07T14:11:46.332" v="1904" actId="478"/>
          <ac:picMkLst>
            <pc:docMk/>
            <pc:sldMk cId="551431722" sldId="257"/>
            <ac:picMk id="28" creationId="{3AC748B8-D3EA-7267-1BF7-A09E13F603C6}"/>
          </ac:picMkLst>
        </pc:picChg>
      </pc:sldChg>
      <pc:sldChg chg="addSp modSp new del mod">
        <pc:chgData name="Rafael Alcala Torano" userId="6315a871-eade-4d75-b326-4ddb15edb518" providerId="ADAL" clId="{8902A31A-7EDB-41C5-AC90-526D1038118C}" dt="2025-03-06T19:26:23.416" v="670" actId="47"/>
        <pc:sldMkLst>
          <pc:docMk/>
          <pc:sldMk cId="1390925208" sldId="260"/>
        </pc:sldMkLst>
        <pc:graphicFrameChg chg="add mod modGraphic">
          <ac:chgData name="Rafael Alcala Torano" userId="6315a871-eade-4d75-b326-4ddb15edb518" providerId="ADAL" clId="{8902A31A-7EDB-41C5-AC90-526D1038118C}" dt="2025-03-06T19:13:26.764" v="535" actId="21"/>
          <ac:graphicFrameMkLst>
            <pc:docMk/>
            <pc:sldMk cId="1390925208" sldId="260"/>
            <ac:graphicFrameMk id="4" creationId="{DEC5E06A-7118-4CE7-8BDC-5312AEE69F84}"/>
          </ac:graphicFrameMkLst>
        </pc:graphicFrameChg>
        <pc:graphicFrameChg chg="add mod modGraphic">
          <ac:chgData name="Rafael Alcala Torano" userId="6315a871-eade-4d75-b326-4ddb15edb518" providerId="ADAL" clId="{8902A31A-7EDB-41C5-AC90-526D1038118C}" dt="2025-03-06T19:14:51.296" v="613" actId="20577"/>
          <ac:graphicFrameMkLst>
            <pc:docMk/>
            <pc:sldMk cId="1390925208" sldId="260"/>
            <ac:graphicFrameMk id="5" creationId="{B208B910-D0CB-D3BB-ACD8-8237DC5C7EA5}"/>
          </ac:graphicFrameMkLst>
        </pc:graphicFrameChg>
      </pc:sldChg>
      <pc:sldChg chg="modSp add mod">
        <pc:chgData name="Rafael Alcala Torano" userId="6315a871-eade-4d75-b326-4ddb15edb518" providerId="ADAL" clId="{8902A31A-7EDB-41C5-AC90-526D1038118C}" dt="2025-03-06T19:39:07.643" v="698" actId="20577"/>
        <pc:sldMkLst>
          <pc:docMk/>
          <pc:sldMk cId="3273653052" sldId="261"/>
        </pc:sldMkLst>
        <pc:graphicFrameChg chg="modGraphic">
          <ac:chgData name="Rafael Alcala Torano" userId="6315a871-eade-4d75-b326-4ddb15edb518" providerId="ADAL" clId="{8902A31A-7EDB-41C5-AC90-526D1038118C}" dt="2025-03-06T19:25:48.763" v="668" actId="20577"/>
          <ac:graphicFrameMkLst>
            <pc:docMk/>
            <pc:sldMk cId="3273653052" sldId="261"/>
            <ac:graphicFrameMk id="4" creationId="{9AE5DE09-747E-726E-64E7-310D64DD8747}"/>
          </ac:graphicFrameMkLst>
        </pc:graphicFrameChg>
        <pc:graphicFrameChg chg="modGraphic">
          <ac:chgData name="Rafael Alcala Torano" userId="6315a871-eade-4d75-b326-4ddb15edb518" providerId="ADAL" clId="{8902A31A-7EDB-41C5-AC90-526D1038118C}" dt="2025-03-06T19:39:07.643" v="698" actId="20577"/>
          <ac:graphicFrameMkLst>
            <pc:docMk/>
            <pc:sldMk cId="3273653052" sldId="261"/>
            <ac:graphicFrameMk id="5" creationId="{4F1F9723-A830-0357-C5E2-BB850EB1002A}"/>
          </ac:graphicFrameMkLst>
        </pc:graphicFrameChg>
      </pc:sldChg>
      <pc:sldChg chg="modSp add mod">
        <pc:chgData name="Rafael Alcala Torano" userId="6315a871-eade-4d75-b326-4ddb15edb518" providerId="ADAL" clId="{8902A31A-7EDB-41C5-AC90-526D1038118C}" dt="2025-03-06T19:49:24.925" v="921" actId="20577"/>
        <pc:sldMkLst>
          <pc:docMk/>
          <pc:sldMk cId="1911792124" sldId="262"/>
        </pc:sldMkLst>
        <pc:graphicFrameChg chg="mod modGraphic">
          <ac:chgData name="Rafael Alcala Torano" userId="6315a871-eade-4d75-b326-4ddb15edb518" providerId="ADAL" clId="{8902A31A-7EDB-41C5-AC90-526D1038118C}" dt="2025-03-06T19:43:06.967" v="811"/>
          <ac:graphicFrameMkLst>
            <pc:docMk/>
            <pc:sldMk cId="1911792124" sldId="262"/>
            <ac:graphicFrameMk id="4" creationId="{0A0DC356-0B9E-2EDF-73A5-CA5ABF506869}"/>
          </ac:graphicFrameMkLst>
        </pc:graphicFrameChg>
        <pc:graphicFrameChg chg="mod modGraphic">
          <ac:chgData name="Rafael Alcala Torano" userId="6315a871-eade-4d75-b326-4ddb15edb518" providerId="ADAL" clId="{8902A31A-7EDB-41C5-AC90-526D1038118C}" dt="2025-03-06T19:49:24.925" v="921" actId="20577"/>
          <ac:graphicFrameMkLst>
            <pc:docMk/>
            <pc:sldMk cId="1911792124" sldId="262"/>
            <ac:graphicFrameMk id="5" creationId="{201BBC62-3CE6-3F0D-5F05-EE82D2925306}"/>
          </ac:graphicFrameMkLst>
        </pc:graphicFrameChg>
      </pc:sldChg>
      <pc:sldChg chg="addSp delSp modSp new mod">
        <pc:chgData name="Rafael Alcala Torano" userId="6315a871-eade-4d75-b326-4ddb15edb518" providerId="ADAL" clId="{8902A31A-7EDB-41C5-AC90-526D1038118C}" dt="2025-03-07T14:20:14.710" v="1955" actId="20577"/>
        <pc:sldMkLst>
          <pc:docMk/>
          <pc:sldMk cId="2389037087" sldId="263"/>
        </pc:sldMkLst>
        <pc:spChg chg="add mod">
          <ac:chgData name="Rafael Alcala Torano" userId="6315a871-eade-4d75-b326-4ddb15edb518" providerId="ADAL" clId="{8902A31A-7EDB-41C5-AC90-526D1038118C}" dt="2025-03-06T19:53:05.556" v="969" actId="1076"/>
          <ac:spMkLst>
            <pc:docMk/>
            <pc:sldMk cId="2389037087" sldId="263"/>
            <ac:spMk id="6" creationId="{E708C5D4-1CF2-3CB9-72C9-0AD0ECC62BF9}"/>
          </ac:spMkLst>
        </pc:spChg>
        <pc:spChg chg="add mod">
          <ac:chgData name="Rafael Alcala Torano" userId="6315a871-eade-4d75-b326-4ddb15edb518" providerId="ADAL" clId="{8902A31A-7EDB-41C5-AC90-526D1038118C}" dt="2025-03-06T19:53:34.925" v="991" actId="1076"/>
          <ac:spMkLst>
            <pc:docMk/>
            <pc:sldMk cId="2389037087" sldId="263"/>
            <ac:spMk id="7" creationId="{ACEBD757-DBEE-49D2-336C-0281AA284DB2}"/>
          </ac:spMkLst>
        </pc:spChg>
        <pc:spChg chg="add del mod">
          <ac:chgData name="Rafael Alcala Torano" userId="6315a871-eade-4d75-b326-4ddb15edb518" providerId="ADAL" clId="{8902A31A-7EDB-41C5-AC90-526D1038118C}" dt="2025-03-06T19:54:15.064" v="1011" actId="478"/>
          <ac:spMkLst>
            <pc:docMk/>
            <pc:sldMk cId="2389037087" sldId="263"/>
            <ac:spMk id="8" creationId="{33325F74-06FD-BD45-0D20-9DFFBD28EEED}"/>
          </ac:spMkLst>
        </pc:spChg>
        <pc:spChg chg="add del mod">
          <ac:chgData name="Rafael Alcala Torano" userId="6315a871-eade-4d75-b326-4ddb15edb518" providerId="ADAL" clId="{8902A31A-7EDB-41C5-AC90-526D1038118C}" dt="2025-03-06T19:54:15.064" v="1011" actId="478"/>
          <ac:spMkLst>
            <pc:docMk/>
            <pc:sldMk cId="2389037087" sldId="263"/>
            <ac:spMk id="9" creationId="{EE922264-C1A3-E7DE-D595-95D9920BE4DF}"/>
          </ac:spMkLst>
        </pc:spChg>
        <pc:spChg chg="add mod">
          <ac:chgData name="Rafael Alcala Torano" userId="6315a871-eade-4d75-b326-4ddb15edb518" providerId="ADAL" clId="{8902A31A-7EDB-41C5-AC90-526D1038118C}" dt="2025-03-07T14:20:14.710" v="1955" actId="20577"/>
          <ac:spMkLst>
            <pc:docMk/>
            <pc:sldMk cId="2389037087" sldId="263"/>
            <ac:spMk id="10" creationId="{65CBECB8-3279-7673-3628-BFA500016768}"/>
          </ac:spMkLst>
        </pc:spChg>
        <pc:spChg chg="add mod">
          <ac:chgData name="Rafael Alcala Torano" userId="6315a871-eade-4d75-b326-4ddb15edb518" providerId="ADAL" clId="{8902A31A-7EDB-41C5-AC90-526D1038118C}" dt="2025-03-06T19:53:44.833" v="995" actId="20577"/>
          <ac:spMkLst>
            <pc:docMk/>
            <pc:sldMk cId="2389037087" sldId="263"/>
            <ac:spMk id="11" creationId="{4A6AC741-7F53-7E7E-29AD-21EE2A5C9147}"/>
          </ac:spMkLst>
        </pc:spChg>
        <pc:spChg chg="add mod">
          <ac:chgData name="Rafael Alcala Torano" userId="6315a871-eade-4d75-b326-4ddb15edb518" providerId="ADAL" clId="{8902A31A-7EDB-41C5-AC90-526D1038118C}" dt="2025-03-06T19:53:48.657" v="996" actId="571"/>
          <ac:spMkLst>
            <pc:docMk/>
            <pc:sldMk cId="2389037087" sldId="263"/>
            <ac:spMk id="12" creationId="{5EBAC4B9-9D80-95DB-78B0-B0E2ED6591AC}"/>
          </ac:spMkLst>
        </pc:spChg>
        <pc:spChg chg="add mod">
          <ac:chgData name="Rafael Alcala Torano" userId="6315a871-eade-4d75-b326-4ddb15edb518" providerId="ADAL" clId="{8902A31A-7EDB-41C5-AC90-526D1038118C}" dt="2025-03-06T19:53:55.731" v="1006" actId="20577"/>
          <ac:spMkLst>
            <pc:docMk/>
            <pc:sldMk cId="2389037087" sldId="263"/>
            <ac:spMk id="13" creationId="{A00E8563-698D-7036-12B8-42F63A402D51}"/>
          </ac:spMkLst>
        </pc:spChg>
        <pc:spChg chg="add mod">
          <ac:chgData name="Rafael Alcala Torano" userId="6315a871-eade-4d75-b326-4ddb15edb518" providerId="ADAL" clId="{8902A31A-7EDB-41C5-AC90-526D1038118C}" dt="2025-03-06T19:54:02.648" v="1007" actId="571"/>
          <ac:spMkLst>
            <pc:docMk/>
            <pc:sldMk cId="2389037087" sldId="263"/>
            <ac:spMk id="14" creationId="{8F7A4D92-1784-0877-B816-0B811CB9F64E}"/>
          </ac:spMkLst>
        </pc:spChg>
        <pc:spChg chg="add mod">
          <ac:chgData name="Rafael Alcala Torano" userId="6315a871-eade-4d75-b326-4ddb15edb518" providerId="ADAL" clId="{8902A31A-7EDB-41C5-AC90-526D1038118C}" dt="2025-03-06T19:54:06.816" v="1010" actId="20577"/>
          <ac:spMkLst>
            <pc:docMk/>
            <pc:sldMk cId="2389037087" sldId="263"/>
            <ac:spMk id="15" creationId="{575A0155-A3C9-FAE8-6BFA-A6C0F2D14AD5}"/>
          </ac:spMkLst>
        </pc:spChg>
        <pc:picChg chg="add mod">
          <ac:chgData name="Rafael Alcala Torano" userId="6315a871-eade-4d75-b326-4ddb15edb518" providerId="ADAL" clId="{8902A31A-7EDB-41C5-AC90-526D1038118C}" dt="2025-03-06T19:51:52.984" v="924" actId="14100"/>
          <ac:picMkLst>
            <pc:docMk/>
            <pc:sldMk cId="2389037087" sldId="263"/>
            <ac:picMk id="4" creationId="{00000000-0008-0000-0A00-000004000000}"/>
          </ac:picMkLst>
        </pc:picChg>
        <pc:picChg chg="add del mod">
          <ac:chgData name="Rafael Alcala Torano" userId="6315a871-eade-4d75-b326-4ddb15edb518" providerId="ADAL" clId="{8902A31A-7EDB-41C5-AC90-526D1038118C}" dt="2025-03-06T19:54:15.064" v="1011" actId="478"/>
          <ac:picMkLst>
            <pc:docMk/>
            <pc:sldMk cId="2389037087" sldId="263"/>
            <ac:picMk id="5" creationId="{00000000-0008-0000-0A00-000005000000}"/>
          </ac:picMkLst>
        </pc:picChg>
      </pc:sldChg>
      <pc:sldChg chg="addSp delSp modSp new mod">
        <pc:chgData name="Rafael Alcala Torano" userId="6315a871-eade-4d75-b326-4ddb15edb518" providerId="ADAL" clId="{8902A31A-7EDB-41C5-AC90-526D1038118C}" dt="2025-03-07T14:43:38.796" v="2213" actId="1076"/>
        <pc:sldMkLst>
          <pc:docMk/>
          <pc:sldMk cId="1186622490" sldId="264"/>
        </pc:sldMkLst>
        <pc:spChg chg="add mod">
          <ac:chgData name="Rafael Alcala Torano" userId="6315a871-eade-4d75-b326-4ddb15edb518" providerId="ADAL" clId="{8902A31A-7EDB-41C5-AC90-526D1038118C}" dt="2025-03-07T14:16:37.019" v="1934" actId="1076"/>
          <ac:spMkLst>
            <pc:docMk/>
            <pc:sldMk cId="1186622490" sldId="264"/>
            <ac:spMk id="9" creationId="{BD5956D9-9950-9FA4-EF75-31CBB8D0E47D}"/>
          </ac:spMkLst>
        </pc:spChg>
        <pc:spChg chg="add mod">
          <ac:chgData name="Rafael Alcala Torano" userId="6315a871-eade-4d75-b326-4ddb15edb518" providerId="ADAL" clId="{8902A31A-7EDB-41C5-AC90-526D1038118C}" dt="2025-03-07T14:41:05.107" v="2057" actId="947"/>
          <ac:spMkLst>
            <pc:docMk/>
            <pc:sldMk cId="1186622490" sldId="264"/>
            <ac:spMk id="10" creationId="{E16A2DEF-85B7-15AE-B3DE-FC6C1F9FFBEE}"/>
          </ac:spMkLst>
        </pc:spChg>
        <pc:spChg chg="add mod">
          <ac:chgData name="Rafael Alcala Torano" userId="6315a871-eade-4d75-b326-4ddb15edb518" providerId="ADAL" clId="{8902A31A-7EDB-41C5-AC90-526D1038118C}" dt="2025-03-07T14:23:26.748" v="1970" actId="1076"/>
          <ac:spMkLst>
            <pc:docMk/>
            <pc:sldMk cId="1186622490" sldId="264"/>
            <ac:spMk id="11" creationId="{7832D613-0E4A-16E7-EF0C-58C352B5FC95}"/>
          </ac:spMkLst>
        </pc:spChg>
        <pc:spChg chg="add mod">
          <ac:chgData name="Rafael Alcala Torano" userId="6315a871-eade-4d75-b326-4ddb15edb518" providerId="ADAL" clId="{8902A31A-7EDB-41C5-AC90-526D1038118C}" dt="2025-03-07T14:39:20.858" v="1983" actId="20577"/>
          <ac:spMkLst>
            <pc:docMk/>
            <pc:sldMk cId="1186622490" sldId="264"/>
            <ac:spMk id="12" creationId="{831BDFA8-1F3B-0113-59CB-F986F500B6D4}"/>
          </ac:spMkLst>
        </pc:spChg>
        <pc:spChg chg="add mod">
          <ac:chgData name="Rafael Alcala Torano" userId="6315a871-eade-4d75-b326-4ddb15edb518" providerId="ADAL" clId="{8902A31A-7EDB-41C5-AC90-526D1038118C}" dt="2025-03-07T14:16:33.805" v="1933" actId="1076"/>
          <ac:spMkLst>
            <pc:docMk/>
            <pc:sldMk cId="1186622490" sldId="264"/>
            <ac:spMk id="13" creationId="{F8A08815-D517-5475-657F-2CB71E616EC2}"/>
          </ac:spMkLst>
        </pc:spChg>
        <pc:spChg chg="add mod">
          <ac:chgData name="Rafael Alcala Torano" userId="6315a871-eade-4d75-b326-4ddb15edb518" providerId="ADAL" clId="{8902A31A-7EDB-41C5-AC90-526D1038118C}" dt="2025-03-07T14:41:11.574" v="2058" actId="947"/>
          <ac:spMkLst>
            <pc:docMk/>
            <pc:sldMk cId="1186622490" sldId="264"/>
            <ac:spMk id="14" creationId="{0CDD14EA-7391-79BA-825A-D2DD9F8A1FBA}"/>
          </ac:spMkLst>
        </pc:spChg>
        <pc:spChg chg="add mod">
          <ac:chgData name="Rafael Alcala Torano" userId="6315a871-eade-4d75-b326-4ddb15edb518" providerId="ADAL" clId="{8902A31A-7EDB-41C5-AC90-526D1038118C}" dt="2025-03-07T14:16:54.328" v="1939" actId="1076"/>
          <ac:spMkLst>
            <pc:docMk/>
            <pc:sldMk cId="1186622490" sldId="264"/>
            <ac:spMk id="15" creationId="{F3C723B0-550E-8A73-9611-F6EE1961660E}"/>
          </ac:spMkLst>
        </pc:spChg>
        <pc:spChg chg="add mod">
          <ac:chgData name="Rafael Alcala Torano" userId="6315a871-eade-4d75-b326-4ddb15edb518" providerId="ADAL" clId="{8902A31A-7EDB-41C5-AC90-526D1038118C}" dt="2025-03-07T14:41:17.164" v="2059" actId="947"/>
          <ac:spMkLst>
            <pc:docMk/>
            <pc:sldMk cId="1186622490" sldId="264"/>
            <ac:spMk id="16" creationId="{096B87C9-8B39-DEF8-ACEA-756D0788DFEC}"/>
          </ac:spMkLst>
        </pc:spChg>
        <pc:spChg chg="add mod">
          <ac:chgData name="Rafael Alcala Torano" userId="6315a871-eade-4d75-b326-4ddb15edb518" providerId="ADAL" clId="{8902A31A-7EDB-41C5-AC90-526D1038118C}" dt="2025-03-07T14:41:23.783" v="2060" actId="947"/>
          <ac:spMkLst>
            <pc:docMk/>
            <pc:sldMk cId="1186622490" sldId="264"/>
            <ac:spMk id="17" creationId="{4E9C48BD-2B26-C600-DA5C-70B350F700AD}"/>
          </ac:spMkLst>
        </pc:spChg>
        <pc:spChg chg="add mod">
          <ac:chgData name="Rafael Alcala Torano" userId="6315a871-eade-4d75-b326-4ddb15edb518" providerId="ADAL" clId="{8902A31A-7EDB-41C5-AC90-526D1038118C}" dt="2025-03-07T14:17:21.062" v="1944" actId="1076"/>
          <ac:spMkLst>
            <pc:docMk/>
            <pc:sldMk cId="1186622490" sldId="264"/>
            <ac:spMk id="18" creationId="{9C115130-E495-FF5F-17FF-43CAB164CBC7}"/>
          </ac:spMkLst>
        </pc:spChg>
        <pc:spChg chg="add mod">
          <ac:chgData name="Rafael Alcala Torano" userId="6315a871-eade-4d75-b326-4ddb15edb518" providerId="ADAL" clId="{8902A31A-7EDB-41C5-AC90-526D1038118C}" dt="2025-03-07T14:41:23.783" v="2060" actId="947"/>
          <ac:spMkLst>
            <pc:docMk/>
            <pc:sldMk cId="1186622490" sldId="264"/>
            <ac:spMk id="19" creationId="{5EA995B9-A982-6C92-2059-00888C896FA6}"/>
          </ac:spMkLst>
        </pc:spChg>
        <pc:spChg chg="add del mod">
          <ac:chgData name="Rafael Alcala Torano" userId="6315a871-eade-4d75-b326-4ddb15edb518" providerId="ADAL" clId="{8902A31A-7EDB-41C5-AC90-526D1038118C}" dt="2025-03-07T14:39:06.737" v="1979" actId="478"/>
          <ac:spMkLst>
            <pc:docMk/>
            <pc:sldMk cId="1186622490" sldId="264"/>
            <ac:spMk id="20" creationId="{AC9C4A97-E75D-3D9D-18CE-EEF495DE7A13}"/>
          </ac:spMkLst>
        </pc:spChg>
        <pc:spChg chg="add mod">
          <ac:chgData name="Rafael Alcala Torano" userId="6315a871-eade-4d75-b326-4ddb15edb518" providerId="ADAL" clId="{8902A31A-7EDB-41C5-AC90-526D1038118C}" dt="2025-03-07T14:16:12.111" v="1929" actId="1076"/>
          <ac:spMkLst>
            <pc:docMk/>
            <pc:sldMk cId="1186622490" sldId="264"/>
            <ac:spMk id="27" creationId="{A3410D97-BCAE-39D5-49A0-A186038B2F40}"/>
          </ac:spMkLst>
        </pc:spChg>
        <pc:spChg chg="add mod">
          <ac:chgData name="Rafael Alcala Torano" userId="6315a871-eade-4d75-b326-4ddb15edb518" providerId="ADAL" clId="{8902A31A-7EDB-41C5-AC90-526D1038118C}" dt="2025-03-07T14:16:27.878" v="1932" actId="1076"/>
          <ac:spMkLst>
            <pc:docMk/>
            <pc:sldMk cId="1186622490" sldId="264"/>
            <ac:spMk id="28" creationId="{CF325F74-0DAF-D802-63A2-418BC6FEE3D3}"/>
          </ac:spMkLst>
        </pc:spChg>
        <pc:spChg chg="add mod">
          <ac:chgData name="Rafael Alcala Torano" userId="6315a871-eade-4d75-b326-4ddb15edb518" providerId="ADAL" clId="{8902A31A-7EDB-41C5-AC90-526D1038118C}" dt="2025-03-07T14:16:47.393" v="1937" actId="1076"/>
          <ac:spMkLst>
            <pc:docMk/>
            <pc:sldMk cId="1186622490" sldId="264"/>
            <ac:spMk id="29" creationId="{064BDC24-B085-7611-B28F-FB0974895B1B}"/>
          </ac:spMkLst>
        </pc:spChg>
        <pc:spChg chg="add mod">
          <ac:chgData name="Rafael Alcala Torano" userId="6315a871-eade-4d75-b326-4ddb15edb518" providerId="ADAL" clId="{8902A31A-7EDB-41C5-AC90-526D1038118C}" dt="2025-03-07T14:19:14.425" v="1948" actId="207"/>
          <ac:spMkLst>
            <pc:docMk/>
            <pc:sldMk cId="1186622490" sldId="264"/>
            <ac:spMk id="30" creationId="{8D9EEF7E-2650-BF05-9372-8C4984C6C603}"/>
          </ac:spMkLst>
        </pc:spChg>
        <pc:spChg chg="add mod">
          <ac:chgData name="Rafael Alcala Torano" userId="6315a871-eade-4d75-b326-4ddb15edb518" providerId="ADAL" clId="{8902A31A-7EDB-41C5-AC90-526D1038118C}" dt="2025-03-07T14:17:16.827" v="1943" actId="1076"/>
          <ac:spMkLst>
            <pc:docMk/>
            <pc:sldMk cId="1186622490" sldId="264"/>
            <ac:spMk id="31" creationId="{0C477046-5EE8-EDAC-0828-04924B8264DF}"/>
          </ac:spMkLst>
        </pc:spChg>
        <pc:spChg chg="add mod">
          <ac:chgData name="Rafael Alcala Torano" userId="6315a871-eade-4d75-b326-4ddb15edb518" providerId="ADAL" clId="{8902A31A-7EDB-41C5-AC90-526D1038118C}" dt="2025-03-07T14:15:59.950" v="1926" actId="1076"/>
          <ac:spMkLst>
            <pc:docMk/>
            <pc:sldMk cId="1186622490" sldId="264"/>
            <ac:spMk id="32" creationId="{F237F808-0BF4-D6A6-9C83-7BE40EAD275A}"/>
          </ac:spMkLst>
        </pc:spChg>
        <pc:spChg chg="add mod">
          <ac:chgData name="Rafael Alcala Torano" userId="6315a871-eade-4d75-b326-4ddb15edb518" providerId="ADAL" clId="{8902A31A-7EDB-41C5-AC90-526D1038118C}" dt="2025-03-07T14:40:18.761" v="2028" actId="58"/>
          <ac:spMkLst>
            <pc:docMk/>
            <pc:sldMk cId="1186622490" sldId="264"/>
            <ac:spMk id="33" creationId="{43C2677F-3CFA-22EB-6956-A650B019D950}"/>
          </ac:spMkLst>
        </pc:spChg>
        <pc:spChg chg="add mod">
          <ac:chgData name="Rafael Alcala Torano" userId="6315a871-eade-4d75-b326-4ddb15edb518" providerId="ADAL" clId="{8902A31A-7EDB-41C5-AC90-526D1038118C}" dt="2025-03-07T14:42:50.258" v="2143" actId="1076"/>
          <ac:spMkLst>
            <pc:docMk/>
            <pc:sldMk cId="1186622490" sldId="264"/>
            <ac:spMk id="39" creationId="{8A592731-9230-A72A-BD6C-B7034D224EA4}"/>
          </ac:spMkLst>
        </pc:spChg>
        <pc:spChg chg="add mod">
          <ac:chgData name="Rafael Alcala Torano" userId="6315a871-eade-4d75-b326-4ddb15edb518" providerId="ADAL" clId="{8902A31A-7EDB-41C5-AC90-526D1038118C}" dt="2025-03-07T14:40:36.201" v="2041" actId="20577"/>
          <ac:spMkLst>
            <pc:docMk/>
            <pc:sldMk cId="1186622490" sldId="264"/>
            <ac:spMk id="40" creationId="{76109817-011E-3E7F-A347-45CDECDA8666}"/>
          </ac:spMkLst>
        </pc:spChg>
        <pc:spChg chg="add del mod">
          <ac:chgData name="Rafael Alcala Torano" userId="6315a871-eade-4d75-b326-4ddb15edb518" providerId="ADAL" clId="{8902A31A-7EDB-41C5-AC90-526D1038118C}" dt="2025-03-07T14:40:22.341" v="2030" actId="478"/>
          <ac:spMkLst>
            <pc:docMk/>
            <pc:sldMk cId="1186622490" sldId="264"/>
            <ac:spMk id="41" creationId="{5C06555A-8D6F-B368-3269-2ACC797D7107}"/>
          </ac:spMkLst>
        </pc:spChg>
        <pc:spChg chg="add mod">
          <ac:chgData name="Rafael Alcala Torano" userId="6315a871-eade-4d75-b326-4ddb15edb518" providerId="ADAL" clId="{8902A31A-7EDB-41C5-AC90-526D1038118C}" dt="2025-03-07T14:43:01.709" v="2144" actId="207"/>
          <ac:spMkLst>
            <pc:docMk/>
            <pc:sldMk cId="1186622490" sldId="264"/>
            <ac:spMk id="42" creationId="{E86574B8-26D2-0B07-E62E-DC69EB381CB7}"/>
          </ac:spMkLst>
        </pc:spChg>
        <pc:spChg chg="add mod">
          <ac:chgData name="Rafael Alcala Torano" userId="6315a871-eade-4d75-b326-4ddb15edb518" providerId="ADAL" clId="{8902A31A-7EDB-41C5-AC90-526D1038118C}" dt="2025-03-07T14:40:16.837" v="2027" actId="571"/>
          <ac:spMkLst>
            <pc:docMk/>
            <pc:sldMk cId="1186622490" sldId="264"/>
            <ac:spMk id="43" creationId="{20B54D94-5F09-D2BE-B39B-10405076BAB8}"/>
          </ac:spMkLst>
        </pc:spChg>
        <pc:spChg chg="add mod">
          <ac:chgData name="Rafael Alcala Torano" userId="6315a871-eade-4d75-b326-4ddb15edb518" providerId="ADAL" clId="{8902A31A-7EDB-41C5-AC90-526D1038118C}" dt="2025-03-07T14:43:01.709" v="2144" actId="207"/>
          <ac:spMkLst>
            <pc:docMk/>
            <pc:sldMk cId="1186622490" sldId="264"/>
            <ac:spMk id="44" creationId="{982E7E98-B0DB-DFA4-6DEE-0E3A0968173B}"/>
          </ac:spMkLst>
        </pc:spChg>
        <pc:spChg chg="add del mod">
          <ac:chgData name="Rafael Alcala Torano" userId="6315a871-eade-4d75-b326-4ddb15edb518" providerId="ADAL" clId="{8902A31A-7EDB-41C5-AC90-526D1038118C}" dt="2025-03-07T14:40:40.874" v="2043" actId="478"/>
          <ac:spMkLst>
            <pc:docMk/>
            <pc:sldMk cId="1186622490" sldId="264"/>
            <ac:spMk id="45" creationId="{62436A11-BB57-5E98-C675-F6E3C1DF7066}"/>
          </ac:spMkLst>
        </pc:spChg>
        <pc:spChg chg="add mod">
          <ac:chgData name="Rafael Alcala Torano" userId="6315a871-eade-4d75-b326-4ddb15edb518" providerId="ADAL" clId="{8902A31A-7EDB-41C5-AC90-526D1038118C}" dt="2025-03-07T14:40:51.621" v="2056" actId="6549"/>
          <ac:spMkLst>
            <pc:docMk/>
            <pc:sldMk cId="1186622490" sldId="264"/>
            <ac:spMk id="46" creationId="{599A6F0B-A814-750E-0EB7-823CCA819413}"/>
          </ac:spMkLst>
        </pc:spChg>
        <pc:spChg chg="add mod">
          <ac:chgData name="Rafael Alcala Torano" userId="6315a871-eade-4d75-b326-4ddb15edb518" providerId="ADAL" clId="{8902A31A-7EDB-41C5-AC90-526D1038118C}" dt="2025-03-07T14:41:28.136" v="2063" actId="20577"/>
          <ac:spMkLst>
            <pc:docMk/>
            <pc:sldMk cId="1186622490" sldId="264"/>
            <ac:spMk id="47" creationId="{C84E49D8-D183-E274-F7D6-B0FDFAE7A79B}"/>
          </ac:spMkLst>
        </pc:spChg>
        <pc:spChg chg="add mod">
          <ac:chgData name="Rafael Alcala Torano" userId="6315a871-eade-4d75-b326-4ddb15edb518" providerId="ADAL" clId="{8902A31A-7EDB-41C5-AC90-526D1038118C}" dt="2025-03-07T14:41:31.569" v="2065" actId="20577"/>
          <ac:spMkLst>
            <pc:docMk/>
            <pc:sldMk cId="1186622490" sldId="264"/>
            <ac:spMk id="48" creationId="{ACADBA6F-FB6A-866D-D789-0F98C17D0445}"/>
          </ac:spMkLst>
        </pc:spChg>
        <pc:spChg chg="add mod">
          <ac:chgData name="Rafael Alcala Torano" userId="6315a871-eade-4d75-b326-4ddb15edb518" providerId="ADAL" clId="{8902A31A-7EDB-41C5-AC90-526D1038118C}" dt="2025-03-07T14:41:41.921" v="2085" actId="6549"/>
          <ac:spMkLst>
            <pc:docMk/>
            <pc:sldMk cId="1186622490" sldId="264"/>
            <ac:spMk id="49" creationId="{81B94685-FE6E-F6C3-71A8-F5AFF0C68F77}"/>
          </ac:spMkLst>
        </pc:spChg>
        <pc:spChg chg="add mod">
          <ac:chgData name="Rafael Alcala Torano" userId="6315a871-eade-4d75-b326-4ddb15edb518" providerId="ADAL" clId="{8902A31A-7EDB-41C5-AC90-526D1038118C}" dt="2025-03-07T14:41:47.711" v="2092" actId="20577"/>
          <ac:spMkLst>
            <pc:docMk/>
            <pc:sldMk cId="1186622490" sldId="264"/>
            <ac:spMk id="50" creationId="{F222E86A-50D6-A23D-B100-28AA710C9072}"/>
          </ac:spMkLst>
        </pc:spChg>
        <pc:spChg chg="add mod">
          <ac:chgData name="Rafael Alcala Torano" userId="6315a871-eade-4d75-b326-4ddb15edb518" providerId="ADAL" clId="{8902A31A-7EDB-41C5-AC90-526D1038118C}" dt="2025-03-07T14:41:58.994" v="2096" actId="20577"/>
          <ac:spMkLst>
            <pc:docMk/>
            <pc:sldMk cId="1186622490" sldId="264"/>
            <ac:spMk id="51" creationId="{B8DA4CD9-1A7E-5E61-F678-D337403BE459}"/>
          </ac:spMkLst>
        </pc:spChg>
        <pc:spChg chg="add mod">
          <ac:chgData name="Rafael Alcala Torano" userId="6315a871-eade-4d75-b326-4ddb15edb518" providerId="ADAL" clId="{8902A31A-7EDB-41C5-AC90-526D1038118C}" dt="2025-03-07T14:42:18.271" v="2113" actId="20577"/>
          <ac:spMkLst>
            <pc:docMk/>
            <pc:sldMk cId="1186622490" sldId="264"/>
            <ac:spMk id="52" creationId="{8591111F-E0D4-5AB0-D6FD-B4E0482E1925}"/>
          </ac:spMkLst>
        </pc:spChg>
        <pc:spChg chg="add mod">
          <ac:chgData name="Rafael Alcala Torano" userId="6315a871-eade-4d75-b326-4ddb15edb518" providerId="ADAL" clId="{8902A31A-7EDB-41C5-AC90-526D1038118C}" dt="2025-03-07T14:42:04.917" v="2101" actId="20577"/>
          <ac:spMkLst>
            <pc:docMk/>
            <pc:sldMk cId="1186622490" sldId="264"/>
            <ac:spMk id="53" creationId="{5D8A6DAA-15C7-B614-2610-5F5022B127F1}"/>
          </ac:spMkLst>
        </pc:spChg>
        <pc:spChg chg="add mod">
          <ac:chgData name="Rafael Alcala Torano" userId="6315a871-eade-4d75-b326-4ddb15edb518" providerId="ADAL" clId="{8902A31A-7EDB-41C5-AC90-526D1038118C}" dt="2025-03-07T14:42:07.573" v="2103" actId="20577"/>
          <ac:spMkLst>
            <pc:docMk/>
            <pc:sldMk cId="1186622490" sldId="264"/>
            <ac:spMk id="54" creationId="{1696C764-9DEB-A3CA-8C0D-8D3FD7BFBDAE}"/>
          </ac:spMkLst>
        </pc:spChg>
        <pc:spChg chg="add mod">
          <ac:chgData name="Rafael Alcala Torano" userId="6315a871-eade-4d75-b326-4ddb15edb518" providerId="ADAL" clId="{8902A31A-7EDB-41C5-AC90-526D1038118C}" dt="2025-03-07T14:42:12.022" v="2110" actId="20577"/>
          <ac:spMkLst>
            <pc:docMk/>
            <pc:sldMk cId="1186622490" sldId="264"/>
            <ac:spMk id="55" creationId="{41802944-3E65-FA2E-E78A-43FC26D05A02}"/>
          </ac:spMkLst>
        </pc:spChg>
        <pc:spChg chg="add mod">
          <ac:chgData name="Rafael Alcala Torano" userId="6315a871-eade-4d75-b326-4ddb15edb518" providerId="ADAL" clId="{8902A31A-7EDB-41C5-AC90-526D1038118C}" dt="2025-03-07T14:42:15.776" v="2112" actId="20577"/>
          <ac:spMkLst>
            <pc:docMk/>
            <pc:sldMk cId="1186622490" sldId="264"/>
            <ac:spMk id="56" creationId="{DA6F423F-68F8-03FB-D16E-AD006EE7F87A}"/>
          </ac:spMkLst>
        </pc:spChg>
        <pc:spChg chg="add mod">
          <ac:chgData name="Rafael Alcala Torano" userId="6315a871-eade-4d75-b326-4ddb15edb518" providerId="ADAL" clId="{8902A31A-7EDB-41C5-AC90-526D1038118C}" dt="2025-03-07T14:42:44.995" v="2142" actId="1076"/>
          <ac:spMkLst>
            <pc:docMk/>
            <pc:sldMk cId="1186622490" sldId="264"/>
            <ac:spMk id="57" creationId="{9E26BEE2-0470-4B60-D317-049166848078}"/>
          </ac:spMkLst>
        </pc:spChg>
        <pc:spChg chg="add mod">
          <ac:chgData name="Rafael Alcala Torano" userId="6315a871-eade-4d75-b326-4ddb15edb518" providerId="ADAL" clId="{8902A31A-7EDB-41C5-AC90-526D1038118C}" dt="2025-03-07T14:43:27.469" v="2200" actId="1076"/>
          <ac:spMkLst>
            <pc:docMk/>
            <pc:sldMk cId="1186622490" sldId="264"/>
            <ac:spMk id="58" creationId="{6495A3E0-A507-F6D8-EEEF-1054438617E4}"/>
          </ac:spMkLst>
        </pc:spChg>
        <pc:spChg chg="add mod">
          <ac:chgData name="Rafael Alcala Torano" userId="6315a871-eade-4d75-b326-4ddb15edb518" providerId="ADAL" clId="{8902A31A-7EDB-41C5-AC90-526D1038118C}" dt="2025-03-07T14:43:33.132" v="2212" actId="20577"/>
          <ac:spMkLst>
            <pc:docMk/>
            <pc:sldMk cId="1186622490" sldId="264"/>
            <ac:spMk id="59" creationId="{AE572F8F-5ADA-9E87-F803-6563579D92C3}"/>
          </ac:spMkLst>
        </pc:spChg>
        <pc:graphicFrameChg chg="add del mod modGraphic">
          <ac:chgData name="Rafael Alcala Torano" userId="6315a871-eade-4d75-b326-4ddb15edb518" providerId="ADAL" clId="{8902A31A-7EDB-41C5-AC90-526D1038118C}" dt="2025-03-07T14:42:21.784" v="2114" actId="478"/>
          <ac:graphicFrameMkLst>
            <pc:docMk/>
            <pc:sldMk cId="1186622490" sldId="264"/>
            <ac:graphicFrameMk id="38" creationId="{FFEBBAB5-E4F2-1A32-BEFB-8AA3E33F255A}"/>
          </ac:graphicFrameMkLst>
        </pc:graphicFrameChg>
        <pc:picChg chg="add del mod">
          <ac:chgData name="Rafael Alcala Torano" userId="6315a871-eade-4d75-b326-4ddb15edb518" providerId="ADAL" clId="{8902A31A-7EDB-41C5-AC90-526D1038118C}" dt="2025-03-06T20:14:53.128" v="1015" actId="21"/>
          <ac:picMkLst>
            <pc:docMk/>
            <pc:sldMk cId="1186622490" sldId="264"/>
            <ac:picMk id="4" creationId="{00000000-0008-0000-0800-000005000000}"/>
          </ac:picMkLst>
        </pc:picChg>
        <pc:picChg chg="add del mod">
          <ac:chgData name="Rafael Alcala Torano" userId="6315a871-eade-4d75-b326-4ddb15edb518" providerId="ADAL" clId="{8902A31A-7EDB-41C5-AC90-526D1038118C}" dt="2025-03-06T22:13:35.779" v="1769" actId="478"/>
          <ac:picMkLst>
            <pc:docMk/>
            <pc:sldMk cId="1186622490" sldId="264"/>
            <ac:picMk id="5" creationId="{00000000-0008-0000-0A00-000004000000}"/>
          </ac:picMkLst>
        </pc:picChg>
        <pc:picChg chg="add del mod">
          <ac:chgData name="Rafael Alcala Torano" userId="6315a871-eade-4d75-b326-4ddb15edb518" providerId="ADAL" clId="{8902A31A-7EDB-41C5-AC90-526D1038118C}" dt="2025-03-06T20:59:39.302" v="1768" actId="478"/>
          <ac:picMkLst>
            <pc:docMk/>
            <pc:sldMk cId="1186622490" sldId="264"/>
            <ac:picMk id="6" creationId="{00000000-0008-0000-0A00-000005000000}"/>
          </ac:picMkLst>
        </pc:picChg>
        <pc:picChg chg="add mod">
          <ac:chgData name="Rafael Alcala Torano" userId="6315a871-eade-4d75-b326-4ddb15edb518" providerId="ADAL" clId="{8902A31A-7EDB-41C5-AC90-526D1038118C}" dt="2025-03-07T14:43:38.796" v="2213" actId="1076"/>
          <ac:picMkLst>
            <pc:docMk/>
            <pc:sldMk cId="1186622490" sldId="264"/>
            <ac:picMk id="8" creationId="{EA010757-7EA7-D723-E5C5-10D6EB8D4695}"/>
          </ac:picMkLst>
        </pc:picChg>
        <pc:picChg chg="add mod">
          <ac:chgData name="Rafael Alcala Torano" userId="6315a871-eade-4d75-b326-4ddb15edb518" providerId="ADAL" clId="{8902A31A-7EDB-41C5-AC90-526D1038118C}" dt="2025-03-07T14:15:45.067" v="1923" actId="1076"/>
          <ac:picMkLst>
            <pc:docMk/>
            <pc:sldMk cId="1186622490" sldId="264"/>
            <ac:picMk id="21" creationId="{893D3632-ED56-19D0-DE64-95CC469F86AE}"/>
          </ac:picMkLst>
        </pc:picChg>
        <pc:picChg chg="add mod">
          <ac:chgData name="Rafael Alcala Torano" userId="6315a871-eade-4d75-b326-4ddb15edb518" providerId="ADAL" clId="{8902A31A-7EDB-41C5-AC90-526D1038118C}" dt="2025-03-07T14:15:41.273" v="1922" actId="1076"/>
          <ac:picMkLst>
            <pc:docMk/>
            <pc:sldMk cId="1186622490" sldId="264"/>
            <ac:picMk id="22" creationId="{831286C6-1AD1-FFB0-DFDB-C4E405691FAA}"/>
          </ac:picMkLst>
        </pc:picChg>
        <pc:picChg chg="add mod">
          <ac:chgData name="Rafael Alcala Torano" userId="6315a871-eade-4d75-b326-4ddb15edb518" providerId="ADAL" clId="{8902A31A-7EDB-41C5-AC90-526D1038118C}" dt="2025-03-07T14:15:36.356" v="1921" actId="1076"/>
          <ac:picMkLst>
            <pc:docMk/>
            <pc:sldMk cId="1186622490" sldId="264"/>
            <ac:picMk id="23" creationId="{C11C38DD-D76D-8637-CF94-D02BE1F910FD}"/>
          </ac:picMkLst>
        </pc:picChg>
        <pc:picChg chg="add mod">
          <ac:chgData name="Rafael Alcala Torano" userId="6315a871-eade-4d75-b326-4ddb15edb518" providerId="ADAL" clId="{8902A31A-7EDB-41C5-AC90-526D1038118C}" dt="2025-03-07T14:15:33.851" v="1920" actId="1076"/>
          <ac:picMkLst>
            <pc:docMk/>
            <pc:sldMk cId="1186622490" sldId="264"/>
            <ac:picMk id="24" creationId="{4CA9AAAA-E7EB-AD33-794C-08FA0140AEE9}"/>
          </ac:picMkLst>
        </pc:picChg>
        <pc:picChg chg="add mod">
          <ac:chgData name="Rafael Alcala Torano" userId="6315a871-eade-4d75-b326-4ddb15edb518" providerId="ADAL" clId="{8902A31A-7EDB-41C5-AC90-526D1038118C}" dt="2025-03-07T14:15:31.162" v="1919" actId="1076"/>
          <ac:picMkLst>
            <pc:docMk/>
            <pc:sldMk cId="1186622490" sldId="264"/>
            <ac:picMk id="25" creationId="{D36CDA9B-AD71-5EFD-5417-3D46013DD497}"/>
          </ac:picMkLst>
        </pc:picChg>
        <pc:picChg chg="add mod">
          <ac:chgData name="Rafael Alcala Torano" userId="6315a871-eade-4d75-b326-4ddb15edb518" providerId="ADAL" clId="{8902A31A-7EDB-41C5-AC90-526D1038118C}" dt="2025-03-07T14:15:27.608" v="1918" actId="1076"/>
          <ac:picMkLst>
            <pc:docMk/>
            <pc:sldMk cId="1186622490" sldId="264"/>
            <ac:picMk id="26" creationId="{C2798CF8-7E82-9358-5352-4EF0BE8E5A4D}"/>
          </ac:picMkLst>
        </pc:picChg>
        <pc:picChg chg="add del mod">
          <ac:chgData name="Rafael Alcala Torano" userId="6315a871-eade-4d75-b326-4ddb15edb518" providerId="ADAL" clId="{8902A31A-7EDB-41C5-AC90-526D1038118C}" dt="2025-03-07T14:22:22.677" v="1959" actId="21"/>
          <ac:picMkLst>
            <pc:docMk/>
            <pc:sldMk cId="1186622490" sldId="264"/>
            <ac:picMk id="34" creationId="{523D6B24-0321-5F25-A6EC-7B8368CF0B8F}"/>
          </ac:picMkLst>
        </pc:picChg>
        <pc:picChg chg="add del mod">
          <ac:chgData name="Rafael Alcala Torano" userId="6315a871-eade-4d75-b326-4ddb15edb518" providerId="ADAL" clId="{8902A31A-7EDB-41C5-AC90-526D1038118C}" dt="2025-03-07T14:22:22.677" v="1959" actId="21"/>
          <ac:picMkLst>
            <pc:docMk/>
            <pc:sldMk cId="1186622490" sldId="264"/>
            <ac:picMk id="35" creationId="{518AC640-6417-F513-8F71-BC3D25B2B1DA}"/>
          </ac:picMkLst>
        </pc:picChg>
        <pc:picChg chg="add del mod">
          <ac:chgData name="Rafael Alcala Torano" userId="6315a871-eade-4d75-b326-4ddb15edb518" providerId="ADAL" clId="{8902A31A-7EDB-41C5-AC90-526D1038118C}" dt="2025-03-07T14:22:22.677" v="1959" actId="21"/>
          <ac:picMkLst>
            <pc:docMk/>
            <pc:sldMk cId="1186622490" sldId="264"/>
            <ac:picMk id="36" creationId="{03D2EFB7-12A3-BF49-5AF1-0989260B832B}"/>
          </ac:picMkLst>
        </pc:picChg>
        <pc:picChg chg="add del mod">
          <ac:chgData name="Rafael Alcala Torano" userId="6315a871-eade-4d75-b326-4ddb15edb518" providerId="ADAL" clId="{8902A31A-7EDB-41C5-AC90-526D1038118C}" dt="2025-03-07T14:22:22.677" v="1959" actId="21"/>
          <ac:picMkLst>
            <pc:docMk/>
            <pc:sldMk cId="1186622490" sldId="264"/>
            <ac:picMk id="37" creationId="{0BDADAA5-95AE-6A93-E435-3EDB749D6412}"/>
          </ac:picMkLst>
        </pc:picChg>
      </pc:sldChg>
      <pc:sldChg chg="addSp delSp modSp add mod">
        <pc:chgData name="Rafael Alcala Torano" userId="6315a871-eade-4d75-b326-4ddb15edb518" providerId="ADAL" clId="{8902A31A-7EDB-41C5-AC90-526D1038118C}" dt="2025-03-07T14:14:48.210" v="1909" actId="1076"/>
        <pc:sldMkLst>
          <pc:docMk/>
          <pc:sldMk cId="1861028604" sldId="265"/>
        </pc:sldMkLst>
        <pc:spChg chg="mod">
          <ac:chgData name="Rafael Alcala Torano" userId="6315a871-eade-4d75-b326-4ddb15edb518" providerId="ADAL" clId="{8902A31A-7EDB-41C5-AC90-526D1038118C}" dt="2025-03-07T14:14:48.210" v="1909" actId="1076"/>
          <ac:spMkLst>
            <pc:docMk/>
            <pc:sldMk cId="1861028604" sldId="265"/>
            <ac:spMk id="8" creationId="{728C4A34-889A-AFC1-0E97-73740D0ED97A}"/>
          </ac:spMkLst>
        </pc:spChg>
        <pc:spChg chg="mod">
          <ac:chgData name="Rafael Alcala Torano" userId="6315a871-eade-4d75-b326-4ddb15edb518" providerId="ADAL" clId="{8902A31A-7EDB-41C5-AC90-526D1038118C}" dt="2025-03-07T14:14:48.210" v="1909" actId="1076"/>
          <ac:spMkLst>
            <pc:docMk/>
            <pc:sldMk cId="1861028604" sldId="265"/>
            <ac:spMk id="9" creationId="{D3893A4E-5DBB-F5C8-1555-76DDDBAF8833}"/>
          </ac:spMkLst>
        </pc:spChg>
        <pc:spChg chg="mod">
          <ac:chgData name="Rafael Alcala Torano" userId="6315a871-eade-4d75-b326-4ddb15edb518" providerId="ADAL" clId="{8902A31A-7EDB-41C5-AC90-526D1038118C}" dt="2025-03-07T14:14:48.210" v="1909" actId="1076"/>
          <ac:spMkLst>
            <pc:docMk/>
            <pc:sldMk cId="1861028604" sldId="265"/>
            <ac:spMk id="10" creationId="{85C3C0BD-FF5D-6A2D-1B4D-B929B4B75434}"/>
          </ac:spMkLst>
        </pc:spChg>
        <pc:spChg chg="mod">
          <ac:chgData name="Rafael Alcala Torano" userId="6315a871-eade-4d75-b326-4ddb15edb518" providerId="ADAL" clId="{8902A31A-7EDB-41C5-AC90-526D1038118C}" dt="2025-03-06T20:19:29.120" v="1091" actId="20577"/>
          <ac:spMkLst>
            <pc:docMk/>
            <pc:sldMk cId="1861028604" sldId="265"/>
            <ac:spMk id="11" creationId="{4F5E513D-5161-65C0-F240-B72C4DDB9F49}"/>
          </ac:spMkLst>
        </pc:spChg>
        <pc:spChg chg="mod">
          <ac:chgData name="Rafael Alcala Torano" userId="6315a871-eade-4d75-b326-4ddb15edb518" providerId="ADAL" clId="{8902A31A-7EDB-41C5-AC90-526D1038118C}" dt="2025-03-06T20:20:39.220" v="1130" actId="1076"/>
          <ac:spMkLst>
            <pc:docMk/>
            <pc:sldMk cId="1861028604" sldId="265"/>
            <ac:spMk id="25" creationId="{1189C1AF-C617-E800-0A89-5367C1FF497E}"/>
          </ac:spMkLst>
        </pc:spChg>
        <pc:spChg chg="mod">
          <ac:chgData name="Rafael Alcala Torano" userId="6315a871-eade-4d75-b326-4ddb15edb518" providerId="ADAL" clId="{8902A31A-7EDB-41C5-AC90-526D1038118C}" dt="2025-03-06T20:35:32.246" v="1391" actId="1076"/>
          <ac:spMkLst>
            <pc:docMk/>
            <pc:sldMk cId="1861028604" sldId="265"/>
            <ac:spMk id="26" creationId="{CF888AE9-408C-F92A-C41A-250C51C4255D}"/>
          </ac:spMkLst>
        </pc:spChg>
        <pc:spChg chg="add mod">
          <ac:chgData name="Rafael Alcala Torano" userId="6315a871-eade-4d75-b326-4ddb15edb518" providerId="ADAL" clId="{8902A31A-7EDB-41C5-AC90-526D1038118C}" dt="2025-03-07T14:14:48.210" v="1909" actId="1076"/>
          <ac:spMkLst>
            <pc:docMk/>
            <pc:sldMk cId="1861028604" sldId="265"/>
            <ac:spMk id="33" creationId="{D0E15E63-A788-EDE0-A7D8-21DA17391D62}"/>
          </ac:spMkLst>
        </pc:spChg>
        <pc:spChg chg="add mod">
          <ac:chgData name="Rafael Alcala Torano" userId="6315a871-eade-4d75-b326-4ddb15edb518" providerId="ADAL" clId="{8902A31A-7EDB-41C5-AC90-526D1038118C}" dt="2025-03-07T14:14:48.210" v="1909" actId="1076"/>
          <ac:spMkLst>
            <pc:docMk/>
            <pc:sldMk cId="1861028604" sldId="265"/>
            <ac:spMk id="35" creationId="{1A714E80-46DA-0BAA-5218-387A3E6E837C}"/>
          </ac:spMkLst>
        </pc:spChg>
        <pc:spChg chg="add del">
          <ac:chgData name="Rafael Alcala Torano" userId="6315a871-eade-4d75-b326-4ddb15edb518" providerId="ADAL" clId="{8902A31A-7EDB-41C5-AC90-526D1038118C}" dt="2025-03-06T20:46:55.872" v="1595" actId="478"/>
          <ac:spMkLst>
            <pc:docMk/>
            <pc:sldMk cId="1861028604" sldId="265"/>
            <ac:spMk id="51" creationId="{06EE5263-D52D-DF89-8DEC-56EF91157F69}"/>
          </ac:spMkLst>
        </pc:spChg>
        <pc:picChg chg="del">
          <ac:chgData name="Rafael Alcala Torano" userId="6315a871-eade-4d75-b326-4ddb15edb518" providerId="ADAL" clId="{8902A31A-7EDB-41C5-AC90-526D1038118C}" dt="2025-03-06T20:15:45.410" v="1018" actId="478"/>
          <ac:picMkLst>
            <pc:docMk/>
            <pc:sldMk cId="1861028604" sldId="265"/>
            <ac:picMk id="4" creationId="{25DE9B6A-B72D-2A60-96E9-EA93D532AC01}"/>
          </ac:picMkLst>
        </pc:picChg>
        <pc:picChg chg="del">
          <ac:chgData name="Rafael Alcala Torano" userId="6315a871-eade-4d75-b326-4ddb15edb518" providerId="ADAL" clId="{8902A31A-7EDB-41C5-AC90-526D1038118C}" dt="2025-03-06T20:19:35.408" v="1093" actId="478"/>
          <ac:picMkLst>
            <pc:docMk/>
            <pc:sldMk cId="1861028604" sldId="265"/>
            <ac:picMk id="5" creationId="{4D42A2B4-61F6-6C91-F613-010B5FD59BE0}"/>
          </ac:picMkLst>
        </pc:picChg>
        <pc:picChg chg="del">
          <ac:chgData name="Rafael Alcala Torano" userId="6315a871-eade-4d75-b326-4ddb15edb518" providerId="ADAL" clId="{8902A31A-7EDB-41C5-AC90-526D1038118C}" dt="2025-03-06T20:19:35.408" v="1093" actId="478"/>
          <ac:picMkLst>
            <pc:docMk/>
            <pc:sldMk cId="1861028604" sldId="265"/>
            <ac:picMk id="6" creationId="{29ED6520-C05F-28F4-BAD8-30C6DDBF5352}"/>
          </ac:picMkLst>
        </pc:picChg>
        <pc:picChg chg="del">
          <ac:chgData name="Rafael Alcala Torano" userId="6315a871-eade-4d75-b326-4ddb15edb518" providerId="ADAL" clId="{8902A31A-7EDB-41C5-AC90-526D1038118C}" dt="2025-03-06T20:19:32.077" v="1092" actId="478"/>
          <ac:picMkLst>
            <pc:docMk/>
            <pc:sldMk cId="1861028604" sldId="265"/>
            <ac:picMk id="7" creationId="{0D3D7A20-EB76-DDFF-7EAC-1D6848C48662}"/>
          </ac:picMkLst>
        </pc:picChg>
        <pc:picChg chg="del">
          <ac:chgData name="Rafael Alcala Torano" userId="6315a871-eade-4d75-b326-4ddb15edb518" providerId="ADAL" clId="{8902A31A-7EDB-41C5-AC90-526D1038118C}" dt="2025-03-06T20:19:17.250" v="1075" actId="478"/>
          <ac:picMkLst>
            <pc:docMk/>
            <pc:sldMk cId="1861028604" sldId="265"/>
            <ac:picMk id="13" creationId="{8A682715-05D8-A4E9-4D72-A1C940E4C399}"/>
          </ac:picMkLst>
        </pc:picChg>
        <pc:picChg chg="del">
          <ac:chgData name="Rafael Alcala Torano" userId="6315a871-eade-4d75-b326-4ddb15edb518" providerId="ADAL" clId="{8902A31A-7EDB-41C5-AC90-526D1038118C}" dt="2025-03-06T20:19:17.250" v="1075" actId="478"/>
          <ac:picMkLst>
            <pc:docMk/>
            <pc:sldMk cId="1861028604" sldId="265"/>
            <ac:picMk id="15" creationId="{FDB094B3-2D17-9826-AD00-7BC58E3674C0}"/>
          </ac:picMkLst>
        </pc:picChg>
        <pc:picChg chg="del">
          <ac:chgData name="Rafael Alcala Torano" userId="6315a871-eade-4d75-b326-4ddb15edb518" providerId="ADAL" clId="{8902A31A-7EDB-41C5-AC90-526D1038118C}" dt="2025-03-06T20:19:17.250" v="1075" actId="478"/>
          <ac:picMkLst>
            <pc:docMk/>
            <pc:sldMk cId="1861028604" sldId="265"/>
            <ac:picMk id="17" creationId="{7E2CA6C8-1993-EC43-1CC1-3470025F7E39}"/>
          </ac:picMkLst>
        </pc:picChg>
        <pc:picChg chg="del">
          <ac:chgData name="Rafael Alcala Torano" userId="6315a871-eade-4d75-b326-4ddb15edb518" providerId="ADAL" clId="{8902A31A-7EDB-41C5-AC90-526D1038118C}" dt="2025-03-06T20:19:17.250" v="1075" actId="478"/>
          <ac:picMkLst>
            <pc:docMk/>
            <pc:sldMk cId="1861028604" sldId="265"/>
            <ac:picMk id="18" creationId="{FC9791E2-A5B1-EAE3-314F-E8809AF0B3F2}"/>
          </ac:picMkLst>
        </pc:picChg>
        <pc:picChg chg="del">
          <ac:chgData name="Rafael Alcala Torano" userId="6315a871-eade-4d75-b326-4ddb15edb518" providerId="ADAL" clId="{8902A31A-7EDB-41C5-AC90-526D1038118C}" dt="2025-03-06T20:19:17.250" v="1075" actId="478"/>
          <ac:picMkLst>
            <pc:docMk/>
            <pc:sldMk cId="1861028604" sldId="265"/>
            <ac:picMk id="19" creationId="{5BA03548-B38F-6DEB-1B0B-90B4A9AA61D7}"/>
          </ac:picMkLst>
        </pc:picChg>
        <pc:picChg chg="del">
          <ac:chgData name="Rafael Alcala Torano" userId="6315a871-eade-4d75-b326-4ddb15edb518" providerId="ADAL" clId="{8902A31A-7EDB-41C5-AC90-526D1038118C}" dt="2025-03-06T20:19:17.250" v="1075" actId="478"/>
          <ac:picMkLst>
            <pc:docMk/>
            <pc:sldMk cId="1861028604" sldId="265"/>
            <ac:picMk id="20" creationId="{DAB2C479-59B2-7711-D164-22C1DA57290B}"/>
          </ac:picMkLst>
        </pc:picChg>
        <pc:picChg chg="del">
          <ac:chgData name="Rafael Alcala Torano" userId="6315a871-eade-4d75-b326-4ddb15edb518" providerId="ADAL" clId="{8902A31A-7EDB-41C5-AC90-526D1038118C}" dt="2025-03-06T20:19:17.250" v="1075" actId="478"/>
          <ac:picMkLst>
            <pc:docMk/>
            <pc:sldMk cId="1861028604" sldId="265"/>
            <ac:picMk id="21" creationId="{BB9E1A46-372C-468E-133D-D39F905BBE7A}"/>
          </ac:picMkLst>
        </pc:picChg>
        <pc:picChg chg="del">
          <ac:chgData name="Rafael Alcala Torano" userId="6315a871-eade-4d75-b326-4ddb15edb518" providerId="ADAL" clId="{8902A31A-7EDB-41C5-AC90-526D1038118C}" dt="2025-03-06T20:19:17.250" v="1075" actId="478"/>
          <ac:picMkLst>
            <pc:docMk/>
            <pc:sldMk cId="1861028604" sldId="265"/>
            <ac:picMk id="22" creationId="{51B38D9E-9F26-2CD0-B548-C2A30E003985}"/>
          </ac:picMkLst>
        </pc:picChg>
        <pc:picChg chg="del">
          <ac:chgData name="Rafael Alcala Torano" userId="6315a871-eade-4d75-b326-4ddb15edb518" providerId="ADAL" clId="{8902A31A-7EDB-41C5-AC90-526D1038118C}" dt="2025-03-06T20:19:17.250" v="1075" actId="478"/>
          <ac:picMkLst>
            <pc:docMk/>
            <pc:sldMk cId="1861028604" sldId="265"/>
            <ac:picMk id="23" creationId="{E3BC8EEF-A9C3-7909-8271-2B67C5E10B3E}"/>
          </ac:picMkLst>
        </pc:picChg>
        <pc:picChg chg="del">
          <ac:chgData name="Rafael Alcala Torano" userId="6315a871-eade-4d75-b326-4ddb15edb518" providerId="ADAL" clId="{8902A31A-7EDB-41C5-AC90-526D1038118C}" dt="2025-03-06T20:19:17.250" v="1075" actId="478"/>
          <ac:picMkLst>
            <pc:docMk/>
            <pc:sldMk cId="1861028604" sldId="265"/>
            <ac:picMk id="24" creationId="{C4708E88-E7E0-1FEC-402A-1F73702744FE}"/>
          </ac:picMkLst>
        </pc:picChg>
        <pc:picChg chg="add mod">
          <ac:chgData name="Rafael Alcala Torano" userId="6315a871-eade-4d75-b326-4ddb15edb518" providerId="ADAL" clId="{8902A31A-7EDB-41C5-AC90-526D1038118C}" dt="2025-03-06T20:20:48.868" v="1140" actId="1076"/>
          <ac:picMkLst>
            <pc:docMk/>
            <pc:sldMk cId="1861028604" sldId="265"/>
            <ac:picMk id="28" creationId="{00000000-0008-0000-0800-000005000000}"/>
          </ac:picMkLst>
        </pc:picChg>
        <pc:picChg chg="add mod">
          <ac:chgData name="Rafael Alcala Torano" userId="6315a871-eade-4d75-b326-4ddb15edb518" providerId="ADAL" clId="{8902A31A-7EDB-41C5-AC90-526D1038118C}" dt="2025-03-06T20:21:00.516" v="1144" actId="1076"/>
          <ac:picMkLst>
            <pc:docMk/>
            <pc:sldMk cId="1861028604" sldId="265"/>
            <ac:picMk id="29" creationId="{00000000-0008-0000-0800-000008000000}"/>
          </ac:picMkLst>
        </pc:picChg>
        <pc:picChg chg="add mod">
          <ac:chgData name="Rafael Alcala Torano" userId="6315a871-eade-4d75-b326-4ddb15edb518" providerId="ADAL" clId="{8902A31A-7EDB-41C5-AC90-526D1038118C}" dt="2025-03-06T20:20:00.680" v="1108" actId="1076"/>
          <ac:picMkLst>
            <pc:docMk/>
            <pc:sldMk cId="1861028604" sldId="265"/>
            <ac:picMk id="30" creationId="{00000000-0008-0000-0800-000009000000}"/>
          </ac:picMkLst>
        </pc:picChg>
        <pc:picChg chg="add mod">
          <ac:chgData name="Rafael Alcala Torano" userId="6315a871-eade-4d75-b326-4ddb15edb518" providerId="ADAL" clId="{8902A31A-7EDB-41C5-AC90-526D1038118C}" dt="2025-03-06T20:19:40.894" v="1094" actId="1076"/>
          <ac:picMkLst>
            <pc:docMk/>
            <pc:sldMk cId="1861028604" sldId="265"/>
            <ac:picMk id="31" creationId="{00000000-0008-0000-0800-00000B000000}"/>
          </ac:picMkLst>
        </pc:picChg>
        <pc:picChg chg="add mod">
          <ac:chgData name="Rafael Alcala Torano" userId="6315a871-eade-4d75-b326-4ddb15edb518" providerId="ADAL" clId="{8902A31A-7EDB-41C5-AC90-526D1038118C}" dt="2025-03-06T20:19:22.405" v="1076" actId="1076"/>
          <ac:picMkLst>
            <pc:docMk/>
            <pc:sldMk cId="1861028604" sldId="265"/>
            <ac:picMk id="32" creationId="{00000000-0008-0000-0800-00000C000000}"/>
          </ac:picMkLst>
        </pc:picChg>
        <pc:picChg chg="add mod">
          <ac:chgData name="Rafael Alcala Torano" userId="6315a871-eade-4d75-b326-4ddb15edb518" providerId="ADAL" clId="{8902A31A-7EDB-41C5-AC90-526D1038118C}" dt="2025-03-06T20:20:36.776" v="1129" actId="1076"/>
          <ac:picMkLst>
            <pc:docMk/>
            <pc:sldMk cId="1861028604" sldId="265"/>
            <ac:picMk id="34" creationId="{00000000-0008-0000-0800-000003000000}"/>
          </ac:picMkLst>
        </pc:picChg>
        <pc:picChg chg="add mod">
          <ac:chgData name="Rafael Alcala Torano" userId="6315a871-eade-4d75-b326-4ddb15edb518" providerId="ADAL" clId="{8902A31A-7EDB-41C5-AC90-526D1038118C}" dt="2025-03-06T20:20:59.097" v="1143" actId="1076"/>
          <ac:picMkLst>
            <pc:docMk/>
            <pc:sldMk cId="1861028604" sldId="265"/>
            <ac:picMk id="36" creationId="{00000000-0008-0000-0800-000005000000}"/>
          </ac:picMkLst>
        </pc:picChg>
        <pc:picChg chg="add mod">
          <ac:chgData name="Rafael Alcala Torano" userId="6315a871-eade-4d75-b326-4ddb15edb518" providerId="ADAL" clId="{8902A31A-7EDB-41C5-AC90-526D1038118C}" dt="2025-03-06T20:22:08.297" v="1147" actId="1076"/>
          <ac:picMkLst>
            <pc:docMk/>
            <pc:sldMk cId="1861028604" sldId="265"/>
            <ac:picMk id="37" creationId="{00000000-0008-0000-0800-000003000000}"/>
          </ac:picMkLst>
        </pc:picChg>
        <pc:picChg chg="add mod">
          <ac:chgData name="Rafael Alcala Torano" userId="6315a871-eade-4d75-b326-4ddb15edb518" providerId="ADAL" clId="{8902A31A-7EDB-41C5-AC90-526D1038118C}" dt="2025-03-06T20:22:33.743" v="1153" actId="1076"/>
          <ac:picMkLst>
            <pc:docMk/>
            <pc:sldMk cId="1861028604" sldId="265"/>
            <ac:picMk id="38" creationId="{00000000-0008-0000-0800-000008000000}"/>
          </ac:picMkLst>
        </pc:picChg>
        <pc:picChg chg="add mod">
          <ac:chgData name="Rafael Alcala Torano" userId="6315a871-eade-4d75-b326-4ddb15edb518" providerId="ADAL" clId="{8902A31A-7EDB-41C5-AC90-526D1038118C}" dt="2025-03-06T20:22:31.737" v="1152" actId="1076"/>
          <ac:picMkLst>
            <pc:docMk/>
            <pc:sldMk cId="1861028604" sldId="265"/>
            <ac:picMk id="39" creationId="{00000000-0008-0000-0800-000009000000}"/>
          </ac:picMkLst>
        </pc:picChg>
        <pc:picChg chg="add mod">
          <ac:chgData name="Rafael Alcala Torano" userId="6315a871-eade-4d75-b326-4ddb15edb518" providerId="ADAL" clId="{8902A31A-7EDB-41C5-AC90-526D1038118C}" dt="2025-03-06T20:22:28.637" v="1151" actId="1076"/>
          <ac:picMkLst>
            <pc:docMk/>
            <pc:sldMk cId="1861028604" sldId="265"/>
            <ac:picMk id="40" creationId="{00000000-0008-0000-0800-00000B000000}"/>
          </ac:picMkLst>
        </pc:picChg>
        <pc:picChg chg="add mod">
          <ac:chgData name="Rafael Alcala Torano" userId="6315a871-eade-4d75-b326-4ddb15edb518" providerId="ADAL" clId="{8902A31A-7EDB-41C5-AC90-526D1038118C}" dt="2025-03-06T20:22:25.869" v="1150" actId="1076"/>
          <ac:picMkLst>
            <pc:docMk/>
            <pc:sldMk cId="1861028604" sldId="265"/>
            <ac:picMk id="41" creationId="{00000000-0008-0000-0800-00000C000000}"/>
          </ac:picMkLst>
        </pc:picChg>
        <pc:picChg chg="add mod">
          <ac:chgData name="Rafael Alcala Torano" userId="6315a871-eade-4d75-b326-4ddb15edb518" providerId="ADAL" clId="{8902A31A-7EDB-41C5-AC90-526D1038118C}" dt="2025-03-06T20:35:29.890" v="1390" actId="1076"/>
          <ac:picMkLst>
            <pc:docMk/>
            <pc:sldMk cId="1861028604" sldId="265"/>
            <ac:picMk id="42" creationId="{00000000-0008-0000-0800-000003000000}"/>
          </ac:picMkLst>
        </pc:picChg>
        <pc:picChg chg="add mod">
          <ac:chgData name="Rafael Alcala Torano" userId="6315a871-eade-4d75-b326-4ddb15edb518" providerId="ADAL" clId="{8902A31A-7EDB-41C5-AC90-526D1038118C}" dt="2025-03-06T20:35:27.073" v="1389" actId="1076"/>
          <ac:picMkLst>
            <pc:docMk/>
            <pc:sldMk cId="1861028604" sldId="265"/>
            <ac:picMk id="43" creationId="{00000000-0008-0000-0800-000005000000}"/>
          </ac:picMkLst>
        </pc:picChg>
        <pc:picChg chg="add mod">
          <ac:chgData name="Rafael Alcala Torano" userId="6315a871-eade-4d75-b326-4ddb15edb518" providerId="ADAL" clId="{8902A31A-7EDB-41C5-AC90-526D1038118C}" dt="2025-03-06T20:36:44.671" v="1399" actId="1076"/>
          <ac:picMkLst>
            <pc:docMk/>
            <pc:sldMk cId="1861028604" sldId="265"/>
            <ac:picMk id="44" creationId="{00000000-0008-0000-0800-000008000000}"/>
          </ac:picMkLst>
        </pc:picChg>
        <pc:picChg chg="add mod">
          <ac:chgData name="Rafael Alcala Torano" userId="6315a871-eade-4d75-b326-4ddb15edb518" providerId="ADAL" clId="{8902A31A-7EDB-41C5-AC90-526D1038118C}" dt="2025-03-06T20:36:46.475" v="1400" actId="1076"/>
          <ac:picMkLst>
            <pc:docMk/>
            <pc:sldMk cId="1861028604" sldId="265"/>
            <ac:picMk id="45" creationId="{00000000-0008-0000-0800-000009000000}"/>
          </ac:picMkLst>
        </pc:picChg>
        <pc:picChg chg="add mod">
          <ac:chgData name="Rafael Alcala Torano" userId="6315a871-eade-4d75-b326-4ddb15edb518" providerId="ADAL" clId="{8902A31A-7EDB-41C5-AC90-526D1038118C}" dt="2025-03-06T20:36:58.570" v="1403" actId="1076"/>
          <ac:picMkLst>
            <pc:docMk/>
            <pc:sldMk cId="1861028604" sldId="265"/>
            <ac:picMk id="46" creationId="{00000000-0008-0000-0800-00000B000000}"/>
          </ac:picMkLst>
        </pc:picChg>
        <pc:picChg chg="add mod">
          <ac:chgData name="Rafael Alcala Torano" userId="6315a871-eade-4d75-b326-4ddb15edb518" providerId="ADAL" clId="{8902A31A-7EDB-41C5-AC90-526D1038118C}" dt="2025-03-06T20:37:01.093" v="1404" actId="1076"/>
          <ac:picMkLst>
            <pc:docMk/>
            <pc:sldMk cId="1861028604" sldId="265"/>
            <ac:picMk id="47" creationId="{00000000-0008-0000-0800-00000C000000}"/>
          </ac:picMkLst>
        </pc:picChg>
        <pc:picChg chg="add mod">
          <ac:chgData name="Rafael Alcala Torano" userId="6315a871-eade-4d75-b326-4ddb15edb518" providerId="ADAL" clId="{8902A31A-7EDB-41C5-AC90-526D1038118C}" dt="2025-03-06T20:47:54.741" v="1604" actId="1076"/>
          <ac:picMkLst>
            <pc:docMk/>
            <pc:sldMk cId="1861028604" sldId="265"/>
            <ac:picMk id="48" creationId="{00000000-0008-0000-0800-000003000000}"/>
          </ac:picMkLst>
        </pc:picChg>
        <pc:picChg chg="add mod">
          <ac:chgData name="Rafael Alcala Torano" userId="6315a871-eade-4d75-b326-4ddb15edb518" providerId="ADAL" clId="{8902A31A-7EDB-41C5-AC90-526D1038118C}" dt="2025-03-06T20:48:03.407" v="1605" actId="1076"/>
          <ac:picMkLst>
            <pc:docMk/>
            <pc:sldMk cId="1861028604" sldId="265"/>
            <ac:picMk id="49" creationId="{00000000-0008-0000-0800-000005000000}"/>
          </ac:picMkLst>
        </pc:picChg>
        <pc:picChg chg="add mod">
          <ac:chgData name="Rafael Alcala Torano" userId="6315a871-eade-4d75-b326-4ddb15edb518" providerId="ADAL" clId="{8902A31A-7EDB-41C5-AC90-526D1038118C}" dt="2025-03-06T20:48:04.864" v="1606" actId="1076"/>
          <ac:picMkLst>
            <pc:docMk/>
            <pc:sldMk cId="1861028604" sldId="265"/>
            <ac:picMk id="52" creationId="{00000000-0008-0000-0800-000008000000}"/>
          </ac:picMkLst>
        </pc:picChg>
        <pc:picChg chg="add mod">
          <ac:chgData name="Rafael Alcala Torano" userId="6315a871-eade-4d75-b326-4ddb15edb518" providerId="ADAL" clId="{8902A31A-7EDB-41C5-AC90-526D1038118C}" dt="2025-03-06T20:48:06.863" v="1607" actId="1076"/>
          <ac:picMkLst>
            <pc:docMk/>
            <pc:sldMk cId="1861028604" sldId="265"/>
            <ac:picMk id="53" creationId="{00000000-0008-0000-0800-000009000000}"/>
          </ac:picMkLst>
        </pc:picChg>
        <pc:picChg chg="add mod">
          <ac:chgData name="Rafael Alcala Torano" userId="6315a871-eade-4d75-b326-4ddb15edb518" providerId="ADAL" clId="{8902A31A-7EDB-41C5-AC90-526D1038118C}" dt="2025-03-06T20:48:08.634" v="1608" actId="1076"/>
          <ac:picMkLst>
            <pc:docMk/>
            <pc:sldMk cId="1861028604" sldId="265"/>
            <ac:picMk id="54" creationId="{00000000-0008-0000-0800-00000B000000}"/>
          </ac:picMkLst>
        </pc:picChg>
        <pc:picChg chg="add mod">
          <ac:chgData name="Rafael Alcala Torano" userId="6315a871-eade-4d75-b326-4ddb15edb518" providerId="ADAL" clId="{8902A31A-7EDB-41C5-AC90-526D1038118C}" dt="2025-03-06T20:48:10.976" v="1609" actId="1076"/>
          <ac:picMkLst>
            <pc:docMk/>
            <pc:sldMk cId="1861028604" sldId="265"/>
            <ac:picMk id="55" creationId="{00000000-0008-0000-0800-00000C000000}"/>
          </ac:picMkLst>
        </pc:picChg>
      </pc:sldChg>
      <pc:sldChg chg="addSp delSp modSp add mod">
        <pc:chgData name="Rafael Alcala Torano" userId="6315a871-eade-4d75-b326-4ddb15edb518" providerId="ADAL" clId="{8902A31A-7EDB-41C5-AC90-526D1038118C}" dt="2025-03-06T20:34:41.295" v="1383" actId="20577"/>
        <pc:sldMkLst>
          <pc:docMk/>
          <pc:sldMk cId="4060288961" sldId="266"/>
        </pc:sldMkLst>
        <pc:graphicFrameChg chg="mod modGraphic">
          <ac:chgData name="Rafael Alcala Torano" userId="6315a871-eade-4d75-b326-4ddb15edb518" providerId="ADAL" clId="{8902A31A-7EDB-41C5-AC90-526D1038118C}" dt="2025-03-06T20:30:37.678" v="1284" actId="1076"/>
          <ac:graphicFrameMkLst>
            <pc:docMk/>
            <pc:sldMk cId="4060288961" sldId="266"/>
            <ac:graphicFrameMk id="4" creationId="{66362FCC-6E11-AF88-0D31-DF881A2B5E37}"/>
          </ac:graphicFrameMkLst>
        </pc:graphicFrameChg>
        <pc:graphicFrameChg chg="del mod">
          <ac:chgData name="Rafael Alcala Torano" userId="6315a871-eade-4d75-b326-4ddb15edb518" providerId="ADAL" clId="{8902A31A-7EDB-41C5-AC90-526D1038118C}" dt="2025-03-06T20:30:34.401" v="1283" actId="478"/>
          <ac:graphicFrameMkLst>
            <pc:docMk/>
            <pc:sldMk cId="4060288961" sldId="266"/>
            <ac:graphicFrameMk id="5" creationId="{4659D41D-8A8F-2FF7-09DF-751AE73F9C6D}"/>
          </ac:graphicFrameMkLst>
        </pc:graphicFrameChg>
        <pc:graphicFrameChg chg="add mod modGraphic">
          <ac:chgData name="Rafael Alcala Torano" userId="6315a871-eade-4d75-b326-4ddb15edb518" providerId="ADAL" clId="{8902A31A-7EDB-41C5-AC90-526D1038118C}" dt="2025-03-06T20:34:41.295" v="1383" actId="20577"/>
          <ac:graphicFrameMkLst>
            <pc:docMk/>
            <pc:sldMk cId="4060288961" sldId="266"/>
            <ac:graphicFrameMk id="6" creationId="{986C14D1-0A6C-317B-6CCC-74966B6A4DC4}"/>
          </ac:graphicFrameMkLst>
        </pc:graphicFrameChg>
      </pc:sldChg>
      <pc:sldChg chg="modSp add mod">
        <pc:chgData name="Rafael Alcala Torano" userId="6315a871-eade-4d75-b326-4ddb15edb518" providerId="ADAL" clId="{8902A31A-7EDB-41C5-AC90-526D1038118C}" dt="2025-03-06T20:52:05.213" v="1754" actId="20577"/>
        <pc:sldMkLst>
          <pc:docMk/>
          <pc:sldMk cId="1016404355" sldId="267"/>
        </pc:sldMkLst>
        <pc:graphicFrameChg chg="modGraphic">
          <ac:chgData name="Rafael Alcala Torano" userId="6315a871-eade-4d75-b326-4ddb15edb518" providerId="ADAL" clId="{8902A31A-7EDB-41C5-AC90-526D1038118C}" dt="2025-03-06T20:45:06.175" v="1589" actId="20577"/>
          <ac:graphicFrameMkLst>
            <pc:docMk/>
            <pc:sldMk cId="1016404355" sldId="267"/>
            <ac:graphicFrameMk id="4" creationId="{76E4A53E-A1EB-F932-CE28-D4927E980120}"/>
          </ac:graphicFrameMkLst>
        </pc:graphicFrameChg>
        <pc:graphicFrameChg chg="modGraphic">
          <ac:chgData name="Rafael Alcala Torano" userId="6315a871-eade-4d75-b326-4ddb15edb518" providerId="ADAL" clId="{8902A31A-7EDB-41C5-AC90-526D1038118C}" dt="2025-03-06T20:52:05.213" v="1754" actId="20577"/>
          <ac:graphicFrameMkLst>
            <pc:docMk/>
            <pc:sldMk cId="1016404355" sldId="267"/>
            <ac:graphicFrameMk id="6" creationId="{21288D74-DBB8-FCC9-AA0B-E3AAD84FEC1B}"/>
          </ac:graphicFrameMkLst>
        </pc:graphicFrameChg>
      </pc:sldChg>
      <pc:sldChg chg="add del">
        <pc:chgData name="Rafael Alcala Torano" userId="6315a871-eade-4d75-b326-4ddb15edb518" providerId="ADAL" clId="{8902A31A-7EDB-41C5-AC90-526D1038118C}" dt="2025-03-06T20:37:13.967" v="1405" actId="47"/>
        <pc:sldMkLst>
          <pc:docMk/>
          <pc:sldMk cId="1284193397" sldId="267"/>
        </pc:sldMkLst>
      </pc:sldChg>
      <pc:sldChg chg="addSp modSp new mod">
        <pc:chgData name="Rafael Alcala Torano" userId="6315a871-eade-4d75-b326-4ddb15edb518" providerId="ADAL" clId="{8902A31A-7EDB-41C5-AC90-526D1038118C}" dt="2025-03-07T14:23:07.099" v="1966" actId="1076"/>
        <pc:sldMkLst>
          <pc:docMk/>
          <pc:sldMk cId="3333547372" sldId="268"/>
        </pc:sldMkLst>
        <pc:spChg chg="add mod">
          <ac:chgData name="Rafael Alcala Torano" userId="6315a871-eade-4d75-b326-4ddb15edb518" providerId="ADAL" clId="{8902A31A-7EDB-41C5-AC90-526D1038118C}" dt="2025-03-07T14:22:35.810" v="1964" actId="1076"/>
          <ac:spMkLst>
            <pc:docMk/>
            <pc:sldMk cId="3333547372" sldId="268"/>
            <ac:spMk id="5" creationId="{55B8A244-5910-748C-50E8-60037A136386}"/>
          </ac:spMkLst>
        </pc:spChg>
        <pc:spChg chg="add mod">
          <ac:chgData name="Rafael Alcala Torano" userId="6315a871-eade-4d75-b326-4ddb15edb518" providerId="ADAL" clId="{8902A31A-7EDB-41C5-AC90-526D1038118C}" dt="2025-03-07T14:22:35.810" v="1964" actId="1076"/>
          <ac:spMkLst>
            <pc:docMk/>
            <pc:sldMk cId="3333547372" sldId="268"/>
            <ac:spMk id="6" creationId="{C796A120-F663-3A69-42A5-8D6E00D47DA0}"/>
          </ac:spMkLst>
        </pc:spChg>
        <pc:spChg chg="add mod">
          <ac:chgData name="Rafael Alcala Torano" userId="6315a871-eade-4d75-b326-4ddb15edb518" providerId="ADAL" clId="{8902A31A-7EDB-41C5-AC90-526D1038118C}" dt="2025-03-07T14:22:35.810" v="1964" actId="1076"/>
          <ac:spMkLst>
            <pc:docMk/>
            <pc:sldMk cId="3333547372" sldId="268"/>
            <ac:spMk id="7" creationId="{BF7F6764-0D36-3AE2-9001-EE4F2374076E}"/>
          </ac:spMkLst>
        </pc:spChg>
        <pc:spChg chg="add mod">
          <ac:chgData name="Rafael Alcala Torano" userId="6315a871-eade-4d75-b326-4ddb15edb518" providerId="ADAL" clId="{8902A31A-7EDB-41C5-AC90-526D1038118C}" dt="2025-03-07T14:22:35.810" v="1964" actId="1076"/>
          <ac:spMkLst>
            <pc:docMk/>
            <pc:sldMk cId="3333547372" sldId="268"/>
            <ac:spMk id="8" creationId="{E1BA6181-457D-1A3F-F1CD-BAC39BCEFB7C}"/>
          </ac:spMkLst>
        </pc:spChg>
        <pc:spChg chg="add mod">
          <ac:chgData name="Rafael Alcala Torano" userId="6315a871-eade-4d75-b326-4ddb15edb518" providerId="ADAL" clId="{8902A31A-7EDB-41C5-AC90-526D1038118C}" dt="2025-03-07T14:22:35.810" v="1964" actId="1076"/>
          <ac:spMkLst>
            <pc:docMk/>
            <pc:sldMk cId="3333547372" sldId="268"/>
            <ac:spMk id="9" creationId="{C7B8E4EE-35CF-CD87-C1E0-00944A24187F}"/>
          </ac:spMkLst>
        </pc:spChg>
        <pc:spChg chg="add mod">
          <ac:chgData name="Rafael Alcala Torano" userId="6315a871-eade-4d75-b326-4ddb15edb518" providerId="ADAL" clId="{8902A31A-7EDB-41C5-AC90-526D1038118C}" dt="2025-03-07T14:22:35.810" v="1964" actId="1076"/>
          <ac:spMkLst>
            <pc:docMk/>
            <pc:sldMk cId="3333547372" sldId="268"/>
            <ac:spMk id="10" creationId="{D4C21979-F71E-C93C-9B77-CD2E9FBC1820}"/>
          </ac:spMkLst>
        </pc:spChg>
        <pc:spChg chg="add mod">
          <ac:chgData name="Rafael Alcala Torano" userId="6315a871-eade-4d75-b326-4ddb15edb518" providerId="ADAL" clId="{8902A31A-7EDB-41C5-AC90-526D1038118C}" dt="2025-03-07T14:22:35.810" v="1964" actId="1076"/>
          <ac:spMkLst>
            <pc:docMk/>
            <pc:sldMk cId="3333547372" sldId="268"/>
            <ac:spMk id="11" creationId="{35468A8E-6892-FFAD-01A3-37FA1F1EB3EA}"/>
          </ac:spMkLst>
        </pc:spChg>
        <pc:spChg chg="add mod">
          <ac:chgData name="Rafael Alcala Torano" userId="6315a871-eade-4d75-b326-4ddb15edb518" providerId="ADAL" clId="{8902A31A-7EDB-41C5-AC90-526D1038118C}" dt="2025-03-07T14:22:35.810" v="1964" actId="1076"/>
          <ac:spMkLst>
            <pc:docMk/>
            <pc:sldMk cId="3333547372" sldId="268"/>
            <ac:spMk id="12" creationId="{2D6769A6-1D36-A9BC-0780-CB7FD5F70094}"/>
          </ac:spMkLst>
        </pc:spChg>
        <pc:picChg chg="add mod">
          <ac:chgData name="Rafael Alcala Torano" userId="6315a871-eade-4d75-b326-4ddb15edb518" providerId="ADAL" clId="{8902A31A-7EDB-41C5-AC90-526D1038118C}" dt="2025-03-07T14:22:35.810" v="1964" actId="1076"/>
          <ac:picMkLst>
            <pc:docMk/>
            <pc:sldMk cId="3333547372" sldId="268"/>
            <ac:picMk id="4" creationId="{4B6F70D2-7F88-D154-75B5-8D5714E57438}"/>
          </ac:picMkLst>
        </pc:picChg>
        <pc:picChg chg="add mod">
          <ac:chgData name="Rafael Alcala Torano" userId="6315a871-eade-4d75-b326-4ddb15edb518" providerId="ADAL" clId="{8902A31A-7EDB-41C5-AC90-526D1038118C}" dt="2025-03-07T14:23:07.099" v="1966" actId="1076"/>
          <ac:picMkLst>
            <pc:docMk/>
            <pc:sldMk cId="3333547372" sldId="268"/>
            <ac:picMk id="34" creationId="{523D6B24-0321-5F25-A6EC-7B8368CF0B8F}"/>
          </ac:picMkLst>
        </pc:picChg>
        <pc:picChg chg="add mod">
          <ac:chgData name="Rafael Alcala Torano" userId="6315a871-eade-4d75-b326-4ddb15edb518" providerId="ADAL" clId="{8902A31A-7EDB-41C5-AC90-526D1038118C}" dt="2025-03-07T14:23:07.099" v="1966" actId="1076"/>
          <ac:picMkLst>
            <pc:docMk/>
            <pc:sldMk cId="3333547372" sldId="268"/>
            <ac:picMk id="35" creationId="{518AC640-6417-F513-8F71-BC3D25B2B1DA}"/>
          </ac:picMkLst>
        </pc:picChg>
        <pc:picChg chg="add mod">
          <ac:chgData name="Rafael Alcala Torano" userId="6315a871-eade-4d75-b326-4ddb15edb518" providerId="ADAL" clId="{8902A31A-7EDB-41C5-AC90-526D1038118C}" dt="2025-03-07T14:23:07.099" v="1966" actId="1076"/>
          <ac:picMkLst>
            <pc:docMk/>
            <pc:sldMk cId="3333547372" sldId="268"/>
            <ac:picMk id="36" creationId="{03D2EFB7-12A3-BF49-5AF1-0989260B832B}"/>
          </ac:picMkLst>
        </pc:picChg>
        <pc:picChg chg="add mod">
          <ac:chgData name="Rafael Alcala Torano" userId="6315a871-eade-4d75-b326-4ddb15edb518" providerId="ADAL" clId="{8902A31A-7EDB-41C5-AC90-526D1038118C}" dt="2025-03-07T14:23:07.099" v="1966" actId="1076"/>
          <ac:picMkLst>
            <pc:docMk/>
            <pc:sldMk cId="3333547372" sldId="268"/>
            <ac:picMk id="37" creationId="{0BDADAA5-95AE-6A93-E435-3EDB749D6412}"/>
          </ac:picMkLst>
        </pc:picChg>
      </pc:sldChg>
      <pc:sldChg chg="addSp delSp modSp add mod">
        <pc:chgData name="Rafael Alcala Torano" userId="6315a871-eade-4d75-b326-4ddb15edb518" providerId="ADAL" clId="{8902A31A-7EDB-41C5-AC90-526D1038118C}" dt="2025-03-07T14:50:38.569" v="2355" actId="1076"/>
        <pc:sldMkLst>
          <pc:docMk/>
          <pc:sldMk cId="3179801" sldId="269"/>
        </pc:sldMkLst>
        <pc:spChg chg="mod">
          <ac:chgData name="Rafael Alcala Torano" userId="6315a871-eade-4d75-b326-4ddb15edb518" providerId="ADAL" clId="{8902A31A-7EDB-41C5-AC90-526D1038118C}" dt="2025-03-07T14:50:30.112" v="2352" actId="1076"/>
          <ac:spMkLst>
            <pc:docMk/>
            <pc:sldMk cId="3179801" sldId="269"/>
            <ac:spMk id="9" creationId="{DEC18046-269A-FD8E-B498-9EB6F410503B}"/>
          </ac:spMkLst>
        </pc:spChg>
        <pc:spChg chg="mod">
          <ac:chgData name="Rafael Alcala Torano" userId="6315a871-eade-4d75-b326-4ddb15edb518" providerId="ADAL" clId="{8902A31A-7EDB-41C5-AC90-526D1038118C}" dt="2025-03-07T14:49:40.223" v="2343" actId="1076"/>
          <ac:spMkLst>
            <pc:docMk/>
            <pc:sldMk cId="3179801" sldId="269"/>
            <ac:spMk id="10" creationId="{53EDDFE4-302C-4D59-2E39-80E4640B1438}"/>
          </ac:spMkLst>
        </pc:spChg>
        <pc:spChg chg="mod">
          <ac:chgData name="Rafael Alcala Torano" userId="6315a871-eade-4d75-b326-4ddb15edb518" providerId="ADAL" clId="{8902A31A-7EDB-41C5-AC90-526D1038118C}" dt="2025-03-07T14:49:40.223" v="2343" actId="1076"/>
          <ac:spMkLst>
            <pc:docMk/>
            <pc:sldMk cId="3179801" sldId="269"/>
            <ac:spMk id="11" creationId="{BA3F8D58-A7AB-A255-3DA7-03DE04457FCF}"/>
          </ac:spMkLst>
        </pc:spChg>
        <pc:spChg chg="mod">
          <ac:chgData name="Rafael Alcala Torano" userId="6315a871-eade-4d75-b326-4ddb15edb518" providerId="ADAL" clId="{8902A31A-7EDB-41C5-AC90-526D1038118C}" dt="2025-03-07T14:50:05.138" v="2347" actId="12789"/>
          <ac:spMkLst>
            <pc:docMk/>
            <pc:sldMk cId="3179801" sldId="269"/>
            <ac:spMk id="12" creationId="{4EA539E7-5C5C-31F8-6D0A-9E87135147A2}"/>
          </ac:spMkLst>
        </pc:spChg>
        <pc:spChg chg="add del mod">
          <ac:chgData name="Rafael Alcala Torano" userId="6315a871-eade-4d75-b326-4ddb15edb518" providerId="ADAL" clId="{8902A31A-7EDB-41C5-AC90-526D1038118C}" dt="2025-03-07T14:50:05.138" v="2347" actId="12789"/>
          <ac:spMkLst>
            <pc:docMk/>
            <pc:sldMk cId="3179801" sldId="269"/>
            <ac:spMk id="13" creationId="{BA790DA4-3BE9-020B-985A-94AA6678C9B3}"/>
          </ac:spMkLst>
        </pc:spChg>
        <pc:spChg chg="mod">
          <ac:chgData name="Rafael Alcala Torano" userId="6315a871-eade-4d75-b326-4ddb15edb518" providerId="ADAL" clId="{8902A31A-7EDB-41C5-AC90-526D1038118C}" dt="2025-03-07T14:50:27.701" v="2351" actId="1076"/>
          <ac:spMkLst>
            <pc:docMk/>
            <pc:sldMk cId="3179801" sldId="269"/>
            <ac:spMk id="14" creationId="{02EACFFF-C720-72C4-E9ED-C1EC08FF7FC4}"/>
          </ac:spMkLst>
        </pc:spChg>
        <pc:spChg chg="del">
          <ac:chgData name="Rafael Alcala Torano" userId="6315a871-eade-4d75-b326-4ddb15edb518" providerId="ADAL" clId="{8902A31A-7EDB-41C5-AC90-526D1038118C}" dt="2025-03-07T14:45:05.080" v="2262" actId="478"/>
          <ac:spMkLst>
            <pc:docMk/>
            <pc:sldMk cId="3179801" sldId="269"/>
            <ac:spMk id="15" creationId="{C097B674-A603-A3C4-082C-E8F9699848BA}"/>
          </ac:spMkLst>
        </pc:spChg>
        <pc:spChg chg="del">
          <ac:chgData name="Rafael Alcala Torano" userId="6315a871-eade-4d75-b326-4ddb15edb518" providerId="ADAL" clId="{8902A31A-7EDB-41C5-AC90-526D1038118C}" dt="2025-03-07T14:46:34.848" v="2304" actId="478"/>
          <ac:spMkLst>
            <pc:docMk/>
            <pc:sldMk cId="3179801" sldId="269"/>
            <ac:spMk id="16" creationId="{CDD1C550-15CA-5A45-F673-4B14948BDB68}"/>
          </ac:spMkLst>
        </pc:spChg>
        <pc:spChg chg="del">
          <ac:chgData name="Rafael Alcala Torano" userId="6315a871-eade-4d75-b326-4ddb15edb518" providerId="ADAL" clId="{8902A31A-7EDB-41C5-AC90-526D1038118C}" dt="2025-03-07T14:46:34.848" v="2304" actId="478"/>
          <ac:spMkLst>
            <pc:docMk/>
            <pc:sldMk cId="3179801" sldId="269"/>
            <ac:spMk id="17" creationId="{1657A74D-8513-BF94-68CF-849358215746}"/>
          </ac:spMkLst>
        </pc:spChg>
        <pc:spChg chg="del">
          <ac:chgData name="Rafael Alcala Torano" userId="6315a871-eade-4d75-b326-4ddb15edb518" providerId="ADAL" clId="{8902A31A-7EDB-41C5-AC90-526D1038118C}" dt="2025-03-07T14:45:05.080" v="2262" actId="478"/>
          <ac:spMkLst>
            <pc:docMk/>
            <pc:sldMk cId="3179801" sldId="269"/>
            <ac:spMk id="18" creationId="{DBDBB8C5-B454-05DD-71C1-9973BE590635}"/>
          </ac:spMkLst>
        </pc:spChg>
        <pc:spChg chg="del">
          <ac:chgData name="Rafael Alcala Torano" userId="6315a871-eade-4d75-b326-4ddb15edb518" providerId="ADAL" clId="{8902A31A-7EDB-41C5-AC90-526D1038118C}" dt="2025-03-07T14:48:32.097" v="2331" actId="478"/>
          <ac:spMkLst>
            <pc:docMk/>
            <pc:sldMk cId="3179801" sldId="269"/>
            <ac:spMk id="19" creationId="{8862E059-9EE8-AD99-7206-1D231668F910}"/>
          </ac:spMkLst>
        </pc:spChg>
        <pc:spChg chg="mod">
          <ac:chgData name="Rafael Alcala Torano" userId="6315a871-eade-4d75-b326-4ddb15edb518" providerId="ADAL" clId="{8902A31A-7EDB-41C5-AC90-526D1038118C}" dt="2025-03-07T14:50:18.705" v="2349" actId="1076"/>
          <ac:spMkLst>
            <pc:docMk/>
            <pc:sldMk cId="3179801" sldId="269"/>
            <ac:spMk id="30" creationId="{CC485C1B-40F6-B98C-223E-29CDDCC53096}"/>
          </ac:spMkLst>
        </pc:spChg>
        <pc:spChg chg="mod">
          <ac:chgData name="Rafael Alcala Torano" userId="6315a871-eade-4d75-b326-4ddb15edb518" providerId="ADAL" clId="{8902A31A-7EDB-41C5-AC90-526D1038118C}" dt="2025-03-07T14:49:23.329" v="2340" actId="1076"/>
          <ac:spMkLst>
            <pc:docMk/>
            <pc:sldMk cId="3179801" sldId="269"/>
            <ac:spMk id="33" creationId="{27C14688-CF22-1FF8-77E5-496EDCB20D88}"/>
          </ac:spMkLst>
        </pc:spChg>
        <pc:spChg chg="add mod">
          <ac:chgData name="Rafael Alcala Torano" userId="6315a871-eade-4d75-b326-4ddb15edb518" providerId="ADAL" clId="{8902A31A-7EDB-41C5-AC90-526D1038118C}" dt="2025-03-07T14:50:18.705" v="2349" actId="1076"/>
          <ac:spMkLst>
            <pc:docMk/>
            <pc:sldMk cId="3179801" sldId="269"/>
            <ac:spMk id="35" creationId="{A4292318-CF0A-D0DD-9F32-4F864CD764B3}"/>
          </ac:spMkLst>
        </pc:spChg>
        <pc:spChg chg="mod">
          <ac:chgData name="Rafael Alcala Torano" userId="6315a871-eade-4d75-b326-4ddb15edb518" providerId="ADAL" clId="{8902A31A-7EDB-41C5-AC90-526D1038118C}" dt="2025-03-07T14:49:40.223" v="2343" actId="1076"/>
          <ac:spMkLst>
            <pc:docMk/>
            <pc:sldMk cId="3179801" sldId="269"/>
            <ac:spMk id="40" creationId="{D58AE423-E3FC-E03C-809C-DAEB053E76CA}"/>
          </ac:spMkLst>
        </pc:spChg>
        <pc:spChg chg="mod">
          <ac:chgData name="Rafael Alcala Torano" userId="6315a871-eade-4d75-b326-4ddb15edb518" providerId="ADAL" clId="{8902A31A-7EDB-41C5-AC90-526D1038118C}" dt="2025-03-07T14:50:05.138" v="2347" actId="12789"/>
          <ac:spMkLst>
            <pc:docMk/>
            <pc:sldMk cId="3179801" sldId="269"/>
            <ac:spMk id="46" creationId="{09EAD601-2F10-733A-E756-98E980D23E6F}"/>
          </ac:spMkLst>
        </pc:spChg>
        <pc:spChg chg="mod">
          <ac:chgData name="Rafael Alcala Torano" userId="6315a871-eade-4d75-b326-4ddb15edb518" providerId="ADAL" clId="{8902A31A-7EDB-41C5-AC90-526D1038118C}" dt="2025-03-07T14:50:27.701" v="2351" actId="1076"/>
          <ac:spMkLst>
            <pc:docMk/>
            <pc:sldMk cId="3179801" sldId="269"/>
            <ac:spMk id="47" creationId="{691A502C-CA32-E8EC-B3CC-597A3592B6D2}"/>
          </ac:spMkLst>
        </pc:spChg>
        <pc:spChg chg="del">
          <ac:chgData name="Rafael Alcala Torano" userId="6315a871-eade-4d75-b326-4ddb15edb518" providerId="ADAL" clId="{8902A31A-7EDB-41C5-AC90-526D1038118C}" dt="2025-03-07T14:46:34.848" v="2304" actId="478"/>
          <ac:spMkLst>
            <pc:docMk/>
            <pc:sldMk cId="3179801" sldId="269"/>
            <ac:spMk id="48" creationId="{DD6F8674-3DF0-1F15-46F6-72E278860E7A}"/>
          </ac:spMkLst>
        </pc:spChg>
        <pc:spChg chg="del">
          <ac:chgData name="Rafael Alcala Torano" userId="6315a871-eade-4d75-b326-4ddb15edb518" providerId="ADAL" clId="{8902A31A-7EDB-41C5-AC90-526D1038118C}" dt="2025-03-07T14:46:34.848" v="2304" actId="478"/>
          <ac:spMkLst>
            <pc:docMk/>
            <pc:sldMk cId="3179801" sldId="269"/>
            <ac:spMk id="49" creationId="{A2FC2FB8-C972-97AC-8587-804A43DE3617}"/>
          </ac:spMkLst>
        </pc:spChg>
        <pc:spChg chg="mod">
          <ac:chgData name="Rafael Alcala Torano" userId="6315a871-eade-4d75-b326-4ddb15edb518" providerId="ADAL" clId="{8902A31A-7EDB-41C5-AC90-526D1038118C}" dt="2025-03-07T14:50:18.705" v="2349" actId="1076"/>
          <ac:spMkLst>
            <pc:docMk/>
            <pc:sldMk cId="3179801" sldId="269"/>
            <ac:spMk id="50" creationId="{E860ADA7-F6C2-80F9-DFD5-8201E4A7F9FD}"/>
          </ac:spMkLst>
        </pc:spChg>
        <pc:spChg chg="mod">
          <ac:chgData name="Rafael Alcala Torano" userId="6315a871-eade-4d75-b326-4ddb15edb518" providerId="ADAL" clId="{8902A31A-7EDB-41C5-AC90-526D1038118C}" dt="2025-03-07T14:49:40.223" v="2343" actId="1076"/>
          <ac:spMkLst>
            <pc:docMk/>
            <pc:sldMk cId="3179801" sldId="269"/>
            <ac:spMk id="51" creationId="{635A8FFD-65C2-0FB5-E0CC-4379C5B30F00}"/>
          </ac:spMkLst>
        </pc:spChg>
        <pc:spChg chg="mod">
          <ac:chgData name="Rafael Alcala Torano" userId="6315a871-eade-4d75-b326-4ddb15edb518" providerId="ADAL" clId="{8902A31A-7EDB-41C5-AC90-526D1038118C}" dt="2025-03-07T14:50:05.138" v="2347" actId="12789"/>
          <ac:spMkLst>
            <pc:docMk/>
            <pc:sldMk cId="3179801" sldId="269"/>
            <ac:spMk id="52" creationId="{A1702C80-1573-F753-830B-8A06A61E8979}"/>
          </ac:spMkLst>
        </pc:spChg>
        <pc:spChg chg="mod">
          <ac:chgData name="Rafael Alcala Torano" userId="6315a871-eade-4d75-b326-4ddb15edb518" providerId="ADAL" clId="{8902A31A-7EDB-41C5-AC90-526D1038118C}" dt="2025-03-07T14:50:27.701" v="2351" actId="1076"/>
          <ac:spMkLst>
            <pc:docMk/>
            <pc:sldMk cId="3179801" sldId="269"/>
            <ac:spMk id="53" creationId="{518D07DD-5C3B-E2D0-E359-22692C7E4BDE}"/>
          </ac:spMkLst>
        </pc:spChg>
        <pc:spChg chg="del">
          <ac:chgData name="Rafael Alcala Torano" userId="6315a871-eade-4d75-b326-4ddb15edb518" providerId="ADAL" clId="{8902A31A-7EDB-41C5-AC90-526D1038118C}" dt="2025-03-07T14:46:34.848" v="2304" actId="478"/>
          <ac:spMkLst>
            <pc:docMk/>
            <pc:sldMk cId="3179801" sldId="269"/>
            <ac:spMk id="54" creationId="{9C0EBAD5-387B-A7AD-26A4-FDE97F5424F9}"/>
          </ac:spMkLst>
        </pc:spChg>
        <pc:spChg chg="del">
          <ac:chgData name="Rafael Alcala Torano" userId="6315a871-eade-4d75-b326-4ddb15edb518" providerId="ADAL" clId="{8902A31A-7EDB-41C5-AC90-526D1038118C}" dt="2025-03-07T14:46:34.848" v="2304" actId="478"/>
          <ac:spMkLst>
            <pc:docMk/>
            <pc:sldMk cId="3179801" sldId="269"/>
            <ac:spMk id="55" creationId="{38E14604-540D-A8C1-8D9D-AD6803B59E02}"/>
          </ac:spMkLst>
        </pc:spChg>
        <pc:spChg chg="mod">
          <ac:chgData name="Rafael Alcala Torano" userId="6315a871-eade-4d75-b326-4ddb15edb518" providerId="ADAL" clId="{8902A31A-7EDB-41C5-AC90-526D1038118C}" dt="2025-03-07T14:50:18.705" v="2349" actId="1076"/>
          <ac:spMkLst>
            <pc:docMk/>
            <pc:sldMk cId="3179801" sldId="269"/>
            <ac:spMk id="56" creationId="{0DF0BB1A-EFE1-71BE-3357-20956647A1DE}"/>
          </ac:spMkLst>
        </pc:spChg>
        <pc:spChg chg="mod">
          <ac:chgData name="Rafael Alcala Torano" userId="6315a871-eade-4d75-b326-4ddb15edb518" providerId="ADAL" clId="{8902A31A-7EDB-41C5-AC90-526D1038118C}" dt="2025-03-07T14:43:58.740" v="2221" actId="20577"/>
          <ac:spMkLst>
            <pc:docMk/>
            <pc:sldMk cId="3179801" sldId="269"/>
            <ac:spMk id="57" creationId="{08F9DEF9-2F9A-B72E-C760-C38765D763C6}"/>
          </ac:spMkLst>
        </pc:spChg>
        <pc:spChg chg="mod">
          <ac:chgData name="Rafael Alcala Torano" userId="6315a871-eade-4d75-b326-4ddb15edb518" providerId="ADAL" clId="{8902A31A-7EDB-41C5-AC90-526D1038118C}" dt="2025-03-07T14:50:38.569" v="2355" actId="1076"/>
          <ac:spMkLst>
            <pc:docMk/>
            <pc:sldMk cId="3179801" sldId="269"/>
            <ac:spMk id="58" creationId="{B828650B-A980-A580-9CEC-6BF43D61FDF9}"/>
          </ac:spMkLst>
        </pc:spChg>
        <pc:spChg chg="mod">
          <ac:chgData name="Rafael Alcala Torano" userId="6315a871-eade-4d75-b326-4ddb15edb518" providerId="ADAL" clId="{8902A31A-7EDB-41C5-AC90-526D1038118C}" dt="2025-03-07T14:49:03.719" v="2338" actId="20577"/>
          <ac:spMkLst>
            <pc:docMk/>
            <pc:sldMk cId="3179801" sldId="269"/>
            <ac:spMk id="59" creationId="{CF50F86A-8CBE-F929-D626-BA2B15044D60}"/>
          </ac:spMkLst>
        </pc:spChg>
        <pc:graphicFrameChg chg="add del mod">
          <ac:chgData name="Rafael Alcala Torano" userId="6315a871-eade-4d75-b326-4ddb15edb518" providerId="ADAL" clId="{8902A31A-7EDB-41C5-AC90-526D1038118C}" dt="2025-03-07T14:48:28.947" v="2330" actId="478"/>
          <ac:graphicFrameMkLst>
            <pc:docMk/>
            <pc:sldMk cId="3179801" sldId="269"/>
            <ac:graphicFrameMk id="34" creationId="{2CEFDC57-46E4-2294-2A76-D1D270B9B4DE}"/>
          </ac:graphicFrameMkLst>
        </pc:graphicFrameChg>
        <pc:picChg chg="add mod">
          <ac:chgData name="Rafael Alcala Torano" userId="6315a871-eade-4d75-b326-4ddb15edb518" providerId="ADAL" clId="{8902A31A-7EDB-41C5-AC90-526D1038118C}" dt="2025-03-07T14:49:40.223" v="2343" actId="1076"/>
          <ac:picMkLst>
            <pc:docMk/>
            <pc:sldMk cId="3179801" sldId="269"/>
            <ac:picMk id="4" creationId="{33EFCE3C-BCC1-7263-1988-5EC29607A958}"/>
          </ac:picMkLst>
        </pc:picChg>
        <pc:picChg chg="add mod">
          <ac:chgData name="Rafael Alcala Torano" userId="6315a871-eade-4d75-b326-4ddb15edb518" providerId="ADAL" clId="{8902A31A-7EDB-41C5-AC90-526D1038118C}" dt="2025-03-07T14:50:05.138" v="2347" actId="12789"/>
          <ac:picMkLst>
            <pc:docMk/>
            <pc:sldMk cId="3179801" sldId="269"/>
            <ac:picMk id="5" creationId="{CB4497F3-250C-1677-4E92-D0507CDD52E1}"/>
          </ac:picMkLst>
        </pc:picChg>
        <pc:picChg chg="add mod">
          <ac:chgData name="Rafael Alcala Torano" userId="6315a871-eade-4d75-b326-4ddb15edb518" providerId="ADAL" clId="{8902A31A-7EDB-41C5-AC90-526D1038118C}" dt="2025-03-07T14:50:27.701" v="2351" actId="1076"/>
          <ac:picMkLst>
            <pc:docMk/>
            <pc:sldMk cId="3179801" sldId="269"/>
            <ac:picMk id="6" creationId="{C94EFEAC-3835-05B8-5AF8-A490ECA4D46F}"/>
          </ac:picMkLst>
        </pc:picChg>
        <pc:picChg chg="add mod">
          <ac:chgData name="Rafael Alcala Torano" userId="6315a871-eade-4d75-b326-4ddb15edb518" providerId="ADAL" clId="{8902A31A-7EDB-41C5-AC90-526D1038118C}" dt="2025-03-07T14:50:18.705" v="2349" actId="1076"/>
          <ac:picMkLst>
            <pc:docMk/>
            <pc:sldMk cId="3179801" sldId="269"/>
            <ac:picMk id="7" creationId="{442451BE-675D-D9FF-A5EB-5F72CBB3C1C6}"/>
          </ac:picMkLst>
        </pc:picChg>
        <pc:picChg chg="del">
          <ac:chgData name="Rafael Alcala Torano" userId="6315a871-eade-4d75-b326-4ddb15edb518" providerId="ADAL" clId="{8902A31A-7EDB-41C5-AC90-526D1038118C}" dt="2025-03-07T14:44:20.959" v="2227" actId="478"/>
          <ac:picMkLst>
            <pc:docMk/>
            <pc:sldMk cId="3179801" sldId="269"/>
            <ac:picMk id="8" creationId="{08EA109C-0118-BC65-BB40-39F8BAFAE9D9}"/>
          </ac:picMkLst>
        </pc:picChg>
        <pc:picChg chg="add mod">
          <ac:chgData name="Rafael Alcala Torano" userId="6315a871-eade-4d75-b326-4ddb15edb518" providerId="ADAL" clId="{8902A31A-7EDB-41C5-AC90-526D1038118C}" dt="2025-03-07T14:50:33.609" v="2354" actId="1076"/>
          <ac:picMkLst>
            <pc:docMk/>
            <pc:sldMk cId="3179801" sldId="269"/>
            <ac:picMk id="20" creationId="{47003BA7-5CE3-A80C-32C8-8EF0B6167859}"/>
          </ac:picMkLst>
        </pc:picChg>
        <pc:picChg chg="del">
          <ac:chgData name="Rafael Alcala Torano" userId="6315a871-eade-4d75-b326-4ddb15edb518" providerId="ADAL" clId="{8902A31A-7EDB-41C5-AC90-526D1038118C}" dt="2025-03-07T14:43:49.789" v="2216" actId="478"/>
          <ac:picMkLst>
            <pc:docMk/>
            <pc:sldMk cId="3179801" sldId="269"/>
            <ac:picMk id="21" creationId="{182C30D1-45E7-6602-BB43-BC3F57C03D04}"/>
          </ac:picMkLst>
        </pc:picChg>
        <pc:picChg chg="del">
          <ac:chgData name="Rafael Alcala Torano" userId="6315a871-eade-4d75-b326-4ddb15edb518" providerId="ADAL" clId="{8902A31A-7EDB-41C5-AC90-526D1038118C}" dt="2025-03-07T14:44:07.955" v="2222" actId="478"/>
          <ac:picMkLst>
            <pc:docMk/>
            <pc:sldMk cId="3179801" sldId="269"/>
            <ac:picMk id="22" creationId="{7DEE1AFE-5CE3-36CE-838D-CCCDEE50E732}"/>
          </ac:picMkLst>
        </pc:picChg>
        <pc:picChg chg="del">
          <ac:chgData name="Rafael Alcala Torano" userId="6315a871-eade-4d75-b326-4ddb15edb518" providerId="ADAL" clId="{8902A31A-7EDB-41C5-AC90-526D1038118C}" dt="2025-03-07T14:44:07.955" v="2222" actId="478"/>
          <ac:picMkLst>
            <pc:docMk/>
            <pc:sldMk cId="3179801" sldId="269"/>
            <ac:picMk id="23" creationId="{61B850CD-09C8-2BA6-E3EF-64B841A019A7}"/>
          </ac:picMkLst>
        </pc:picChg>
        <pc:picChg chg="del">
          <ac:chgData name="Rafael Alcala Torano" userId="6315a871-eade-4d75-b326-4ddb15edb518" providerId="ADAL" clId="{8902A31A-7EDB-41C5-AC90-526D1038118C}" dt="2025-03-07T14:44:07.955" v="2222" actId="478"/>
          <ac:picMkLst>
            <pc:docMk/>
            <pc:sldMk cId="3179801" sldId="269"/>
            <ac:picMk id="24" creationId="{EBA9ADB9-828B-4BD8-A5DA-6E86CDDAD415}"/>
          </ac:picMkLst>
        </pc:picChg>
        <pc:picChg chg="del">
          <ac:chgData name="Rafael Alcala Torano" userId="6315a871-eade-4d75-b326-4ddb15edb518" providerId="ADAL" clId="{8902A31A-7EDB-41C5-AC90-526D1038118C}" dt="2025-03-07T14:44:07.955" v="2222" actId="478"/>
          <ac:picMkLst>
            <pc:docMk/>
            <pc:sldMk cId="3179801" sldId="269"/>
            <ac:picMk id="25" creationId="{54232882-4638-C168-A5C3-0194E82593C3}"/>
          </ac:picMkLst>
        </pc:picChg>
        <pc:picChg chg="del">
          <ac:chgData name="Rafael Alcala Torano" userId="6315a871-eade-4d75-b326-4ddb15edb518" providerId="ADAL" clId="{8902A31A-7EDB-41C5-AC90-526D1038118C}" dt="2025-03-07T14:44:07.955" v="2222" actId="478"/>
          <ac:picMkLst>
            <pc:docMk/>
            <pc:sldMk cId="3179801" sldId="269"/>
            <ac:picMk id="26" creationId="{AC2BD5B1-72B0-0D30-76A6-2E793064EC0F}"/>
          </ac:picMkLst>
        </pc:picChg>
      </pc:sldChg>
    </pc:docChg>
  </pc:docChgLst>
  <pc:docChgLst>
    <pc:chgData name="Jaclyn Dunphy" userId="S::jdunphy@abiologics.com::856728bb-8e87-49d8-890e-2355908c375b" providerId="AD" clId="Web-{102EC2DD-7316-B6CA-F723-0CB4687AEDC5}"/>
    <pc:docChg chg="delSld">
      <pc:chgData name="Jaclyn Dunphy" userId="S::jdunphy@abiologics.com::856728bb-8e87-49d8-890e-2355908c375b" providerId="AD" clId="Web-{102EC2DD-7316-B6CA-F723-0CB4687AEDC5}" dt="2025-05-12T12:49:03.234" v="9"/>
      <pc:docMkLst>
        <pc:docMk/>
      </pc:docMkLst>
      <pc:sldChg chg="del">
        <pc:chgData name="Jaclyn Dunphy" userId="S::jdunphy@abiologics.com::856728bb-8e87-49d8-890e-2355908c375b" providerId="AD" clId="Web-{102EC2DD-7316-B6CA-F723-0CB4687AEDC5}" dt="2025-05-12T12:48:47.093" v="0"/>
        <pc:sldMkLst>
          <pc:docMk/>
          <pc:sldMk cId="551431722" sldId="257"/>
        </pc:sldMkLst>
      </pc:sldChg>
      <pc:sldChg chg="del">
        <pc:chgData name="Jaclyn Dunphy" userId="S::jdunphy@abiologics.com::856728bb-8e87-49d8-890e-2355908c375b" providerId="AD" clId="Web-{102EC2DD-7316-B6CA-F723-0CB4687AEDC5}" dt="2025-05-12T12:48:49.390" v="1"/>
        <pc:sldMkLst>
          <pc:docMk/>
          <pc:sldMk cId="3273653052" sldId="261"/>
        </pc:sldMkLst>
      </pc:sldChg>
      <pc:sldChg chg="del">
        <pc:chgData name="Jaclyn Dunphy" userId="S::jdunphy@abiologics.com::856728bb-8e87-49d8-890e-2355908c375b" providerId="AD" clId="Web-{102EC2DD-7316-B6CA-F723-0CB4687AEDC5}" dt="2025-05-12T12:48:50.687" v="2"/>
        <pc:sldMkLst>
          <pc:docMk/>
          <pc:sldMk cId="1911792124" sldId="262"/>
        </pc:sldMkLst>
      </pc:sldChg>
      <pc:sldChg chg="del">
        <pc:chgData name="Jaclyn Dunphy" userId="S::jdunphy@abiologics.com::856728bb-8e87-49d8-890e-2355908c375b" providerId="AD" clId="Web-{102EC2DD-7316-B6CA-F723-0CB4687AEDC5}" dt="2025-05-12T12:48:51.374" v="3"/>
        <pc:sldMkLst>
          <pc:docMk/>
          <pc:sldMk cId="2389037087" sldId="263"/>
        </pc:sldMkLst>
      </pc:sldChg>
      <pc:sldChg chg="del">
        <pc:chgData name="Jaclyn Dunphy" userId="S::jdunphy@abiologics.com::856728bb-8e87-49d8-890e-2355908c375b" providerId="AD" clId="Web-{102EC2DD-7316-B6CA-F723-0CB4687AEDC5}" dt="2025-05-12T12:48:57.546" v="7"/>
        <pc:sldMkLst>
          <pc:docMk/>
          <pc:sldMk cId="1186622490" sldId="264"/>
        </pc:sldMkLst>
      </pc:sldChg>
      <pc:sldChg chg="del">
        <pc:chgData name="Jaclyn Dunphy" userId="S::jdunphy@abiologics.com::856728bb-8e87-49d8-890e-2355908c375b" providerId="AD" clId="Web-{102EC2DD-7316-B6CA-F723-0CB4687AEDC5}" dt="2025-05-12T12:48:52.921" v="4"/>
        <pc:sldMkLst>
          <pc:docMk/>
          <pc:sldMk cId="1861028604" sldId="265"/>
        </pc:sldMkLst>
      </pc:sldChg>
      <pc:sldChg chg="del">
        <pc:chgData name="Jaclyn Dunphy" userId="S::jdunphy@abiologics.com::856728bb-8e87-49d8-890e-2355908c375b" providerId="AD" clId="Web-{102EC2DD-7316-B6CA-F723-0CB4687AEDC5}" dt="2025-05-12T12:48:54.515" v="5"/>
        <pc:sldMkLst>
          <pc:docMk/>
          <pc:sldMk cId="4060288961" sldId="266"/>
        </pc:sldMkLst>
      </pc:sldChg>
      <pc:sldChg chg="del">
        <pc:chgData name="Jaclyn Dunphy" userId="S::jdunphy@abiologics.com::856728bb-8e87-49d8-890e-2355908c375b" providerId="AD" clId="Web-{102EC2DD-7316-B6CA-F723-0CB4687AEDC5}" dt="2025-05-12T12:48:55.843" v="6"/>
        <pc:sldMkLst>
          <pc:docMk/>
          <pc:sldMk cId="1016404355" sldId="267"/>
        </pc:sldMkLst>
      </pc:sldChg>
      <pc:sldChg chg="del">
        <pc:chgData name="Jaclyn Dunphy" userId="S::jdunphy@abiologics.com::856728bb-8e87-49d8-890e-2355908c375b" providerId="AD" clId="Web-{102EC2DD-7316-B6CA-F723-0CB4687AEDC5}" dt="2025-05-12T12:49:03.234" v="9"/>
        <pc:sldMkLst>
          <pc:docMk/>
          <pc:sldMk cId="3333547372" sldId="268"/>
        </pc:sldMkLst>
      </pc:sldChg>
      <pc:sldChg chg="del">
        <pc:chgData name="Jaclyn Dunphy" userId="S::jdunphy@abiologics.com::856728bb-8e87-49d8-890e-2355908c375b" providerId="AD" clId="Web-{102EC2DD-7316-B6CA-F723-0CB4687AEDC5}" dt="2025-05-12T12:48:58.499" v="8"/>
        <pc:sldMkLst>
          <pc:docMk/>
          <pc:sldMk cId="3179801" sldId="269"/>
        </pc:sldMkLst>
      </pc:sldChg>
    </pc:docChg>
  </pc:docChgLst>
  <pc:docChgLst>
    <pc:chgData name="Xin Sun" userId="1034084e-e797-4745-850f-b5ed0d0bca78" providerId="ADAL" clId="{5CB3E121-88AA-4BFC-ABF3-3F1F03421C29}"/>
    <pc:docChg chg="addSld delSld">
      <pc:chgData name="Xin Sun" userId="1034084e-e797-4745-850f-b5ed0d0bca78" providerId="ADAL" clId="{5CB3E121-88AA-4BFC-ABF3-3F1F03421C29}" dt="2024-06-12T15:50:15.396" v="1" actId="680"/>
      <pc:docMkLst>
        <pc:docMk/>
      </pc:docMkLst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253922750" sldId="257"/>
        </pc:sldMkLst>
      </pc:sldChg>
      <pc:sldChg chg="new">
        <pc:chgData name="Xin Sun" userId="1034084e-e797-4745-850f-b5ed0d0bca78" providerId="ADAL" clId="{5CB3E121-88AA-4BFC-ABF3-3F1F03421C29}" dt="2024-06-12T15:50:15.396" v="1" actId="680"/>
        <pc:sldMkLst>
          <pc:docMk/>
          <pc:sldMk cId="551431722" sldId="257"/>
        </pc:sldMkLst>
      </pc:sldChg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3292465306" sldId="258"/>
        </pc:sldMkLst>
      </pc:sldChg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1028995058" sldId="259"/>
        </pc:sldMkLst>
      </pc:sldChg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3646561443" sldId="260"/>
        </pc:sldMkLst>
      </pc:sldChg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2691881412" sldId="261"/>
        </pc:sldMkLst>
      </pc:sldChg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3899818871" sldId="262"/>
        </pc:sldMkLst>
      </pc:sldChg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3902809396" sldId="263"/>
        </pc:sldMkLst>
      </pc:sldChg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2853905442" sldId="264"/>
        </pc:sldMkLst>
      </pc:sldChg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1704602172" sldId="265"/>
        </pc:sldMkLst>
      </pc:sldChg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1525475135" sldId="266"/>
        </pc:sldMkLst>
      </pc:sldChg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1150075111" sldId="267"/>
        </pc:sldMkLst>
      </pc:sldChg>
      <pc:sldChg chg="del">
        <pc:chgData name="Xin Sun" userId="1034084e-e797-4745-850f-b5ed0d0bca78" providerId="ADAL" clId="{5CB3E121-88AA-4BFC-ABF3-3F1F03421C29}" dt="2024-06-12T15:50:10.191" v="0" actId="47"/>
        <pc:sldMkLst>
          <pc:docMk/>
          <pc:sldMk cId="176236744" sldId="268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65E5F-BE74-F846-BEFF-CF19108773E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CB302-A2D4-2344-B0DB-EF5A674E1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25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9741BE-95BA-B833-C075-66D00D3D08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E8D4EE38-8A90-DCEB-E204-EFDAC6C935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784" y="1493523"/>
            <a:ext cx="5886559" cy="309234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Here Lorem Ipsum Dolor Sit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4A1BA9B2-AD57-6827-9FFC-DDFA6E30EE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7784" y="5032149"/>
            <a:ext cx="5388745" cy="681038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subheading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2D41EF-6A35-BAFD-0640-304E96ED3E52}"/>
              </a:ext>
            </a:extLst>
          </p:cNvPr>
          <p:cNvCxnSpPr>
            <a:cxnSpLocks/>
          </p:cNvCxnSpPr>
          <p:nvPr userDrawn="1"/>
        </p:nvCxnSpPr>
        <p:spPr>
          <a:xfrm>
            <a:off x="557784" y="4755322"/>
            <a:ext cx="5886559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FA87CA50-3E18-92B5-0921-5502868977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722530"/>
            <a:ext cx="2614930" cy="3231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57AE4B-CC77-86DC-BAB1-1D2F7F647529}"/>
              </a:ext>
            </a:extLst>
          </p:cNvPr>
          <p:cNvSpPr txBox="1"/>
          <p:nvPr userDrawn="1"/>
        </p:nvSpPr>
        <p:spPr>
          <a:xfrm>
            <a:off x="8162579" y="6448503"/>
            <a:ext cx="347163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FLAGSHIP PIONEERING COMPANY</a:t>
            </a:r>
          </a:p>
        </p:txBody>
      </p:sp>
    </p:spTree>
    <p:extLst>
      <p:ext uri="{BB962C8B-B14F-4D97-AF65-F5344CB8AC3E}">
        <p14:creationId xmlns:p14="http://schemas.microsoft.com/office/powerpoint/2010/main" val="828250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– Light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C76452D-4112-30C3-5CF2-9D63BBC07019}"/>
              </a:ext>
            </a:extLst>
          </p:cNvPr>
          <p:cNvSpPr txBox="1"/>
          <p:nvPr userDrawn="1"/>
        </p:nvSpPr>
        <p:spPr>
          <a:xfrm>
            <a:off x="557784" y="194053"/>
            <a:ext cx="6353138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i="0" dirty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837748-4EF2-B407-6394-23C1E1276D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843" y="1693590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D35750B-FE88-FC3F-6440-EFA362C04C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843" y="2310754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3F12ED0-9290-F6FB-604F-DA41F4A88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843" y="2912790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EA5A23AD-BE36-91D7-0AB4-11DA46D150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843" y="3529954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11AD0DC-614E-DF06-75CF-DA221CA375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843" y="4145242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3F805C8D-7802-7BF5-6BD8-919063BC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1843" y="4762406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852C2B32-B9B5-47F0-55DA-BF9AD9F211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43" y="5358753"/>
            <a:ext cx="7640638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08CCE09-B85E-FC77-4BCE-7B75931BFC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61983" y="1699058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5A9A486C-2D66-3F5E-392D-92E3BCE728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561983" y="2316222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510607C6-0938-AE3D-BAB9-CCFBA2E84E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61983" y="2918258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6FC3B4B3-268D-99F2-66F3-350E95CF3F6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61983" y="3535422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3C89F1EB-35F6-D8A8-8B00-6DA1647C55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61983" y="4150710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B59F617-079E-BB58-F75B-81351B7D81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61983" y="4767874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94A515D3-3D94-0487-902B-292A77CE8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61983" y="5364221"/>
            <a:ext cx="1056276" cy="463550"/>
          </a:xfrm>
        </p:spPr>
        <p:txBody>
          <a:bodyPr>
            <a:noAutofit/>
          </a:bodyPr>
          <a:lstStyle>
            <a:lvl1pPr marL="54864" indent="0">
              <a:buNone/>
              <a:defRPr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339B8-BF54-6506-DAAD-F2E32D12EE60}"/>
              </a:ext>
            </a:extLst>
          </p:cNvPr>
          <p:cNvSpPr txBox="1"/>
          <p:nvPr userDrawn="1"/>
        </p:nvSpPr>
        <p:spPr>
          <a:xfrm>
            <a:off x="8162579" y="6448503"/>
            <a:ext cx="347163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FLAGSHIP PIONEERING COMPANY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5526CA-8FC9-D763-995B-23DB066B08DA}"/>
              </a:ext>
            </a:extLst>
          </p:cNvPr>
          <p:cNvCxnSpPr>
            <a:cxnSpLocks/>
          </p:cNvCxnSpPr>
          <p:nvPr userDrawn="1"/>
        </p:nvCxnSpPr>
        <p:spPr>
          <a:xfrm>
            <a:off x="2037143" y="6556225"/>
            <a:ext cx="6485758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03D063D3-B2C9-9EDB-AC62-06B13D9E3A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48503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9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– Light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837748-4EF2-B407-6394-23C1E1276D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224" y="1751829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08CCE09-B85E-FC77-4BCE-7B75931BFC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881360" y="1749935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8641B29F-50EA-A0D6-22FB-470B0ABFE9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9224" y="2169068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A9DB522B-5AEB-1CEF-2B2F-25B769287D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881360" y="2167174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268C47E-454C-029C-05F2-C6475D0E26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9224" y="2586307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753BDE9-FB4A-44DE-7BD4-B7E8918CCF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881360" y="2584413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EF4114C-8E67-278C-54B9-B57388BF4B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9224" y="3003546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8C7E4A1-4654-071C-7085-29F6E4F042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881360" y="3001652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45FFAC3-D4EE-95C3-FA91-AAB9B293B8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224" y="3420785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9520DEBB-CE83-D4B4-9DE3-3C4652B08D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881360" y="3418891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F45B02A-2CD8-2D8A-F83C-F829098A2A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9224" y="3838024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253E4E44-D592-6575-4C71-564E8C1D20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881360" y="3836130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9D716981-3881-C58B-DBE6-A6DA489E67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224" y="4255263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3CCD69F-C2C2-FD87-C077-AAED9CEC26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881360" y="4253369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2402B5F4-EE77-F340-6E68-B501442E362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224" y="4672502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72507433-E906-AC0F-EE2D-CD7756C652A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881360" y="4670608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C0070EE1-D8D6-5920-6EFA-AD84661797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9224" y="5089741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F0469F1D-822D-3CA9-3D79-46A8E545A3A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881360" y="5087847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F60758F6-251E-1522-A18B-E98338567C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224" y="5506980"/>
            <a:ext cx="7640638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7286A337-12F1-3886-59C8-A39F4E826B9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881360" y="5505086"/>
            <a:ext cx="736899" cy="246221"/>
          </a:xfrm>
        </p:spPr>
        <p:txBody>
          <a:bodyPr>
            <a:noAutofit/>
          </a:bodyPr>
          <a:lstStyle>
            <a:lvl1pPr marL="54864" indent="0">
              <a:buNone/>
              <a:defRPr sz="1600" b="0" i="0">
                <a:solidFill>
                  <a:srgbClr val="737373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#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23F921-1AD1-B769-7CCF-382ED893A164}"/>
              </a:ext>
            </a:extLst>
          </p:cNvPr>
          <p:cNvSpPr txBox="1"/>
          <p:nvPr userDrawn="1"/>
        </p:nvSpPr>
        <p:spPr>
          <a:xfrm>
            <a:off x="557784" y="194053"/>
            <a:ext cx="6353138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1" i="0" dirty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09718-3F3C-53BA-CCF0-C8CD0DB29033}"/>
              </a:ext>
            </a:extLst>
          </p:cNvPr>
          <p:cNvSpPr txBox="1"/>
          <p:nvPr userDrawn="1"/>
        </p:nvSpPr>
        <p:spPr>
          <a:xfrm>
            <a:off x="8162579" y="6448503"/>
            <a:ext cx="347163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FLAGSHIP PIONEERING COMPANY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07E8B9-6E22-CEA4-BB13-088E19F1B8B8}"/>
              </a:ext>
            </a:extLst>
          </p:cNvPr>
          <p:cNvCxnSpPr>
            <a:cxnSpLocks/>
          </p:cNvCxnSpPr>
          <p:nvPr userDrawn="1"/>
        </p:nvCxnSpPr>
        <p:spPr>
          <a:xfrm>
            <a:off x="2037143" y="6556225"/>
            <a:ext cx="6485758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7E0116D6-43E7-9671-EE78-9C97112272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48503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47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43D4CE-2DFA-60B4-E850-F49D270FA8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6BC10F-1B43-48C4-5603-FD630D35E2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68334" y="2542567"/>
            <a:ext cx="6319227" cy="204330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Here Lorem Ipsum Dolor Sit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757CBC3-A472-D5F0-BEF4-8E4AB7A08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68334" y="5032149"/>
            <a:ext cx="5388745" cy="681038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subheading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871691-0235-768F-7170-068017B6D822}"/>
              </a:ext>
            </a:extLst>
          </p:cNvPr>
          <p:cNvCxnSpPr>
            <a:cxnSpLocks/>
          </p:cNvCxnSpPr>
          <p:nvPr userDrawn="1"/>
        </p:nvCxnSpPr>
        <p:spPr>
          <a:xfrm>
            <a:off x="5668334" y="4755322"/>
            <a:ext cx="5886559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0D9D5676-F150-8FC7-FF9D-31669B50F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algn="ctr"/>
            <a:fld id="{209C199A-EF54-9348-9404-88AE0CA7649E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B1CFE3-2E62-9C07-3CDC-E85D5B0EA12A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FA36AC5-0776-6242-D3BE-D75FEA67B00A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78394694-947C-BE6F-866D-C9041BB424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03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A537F0-A50E-9046-3153-976384692A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6BC10F-1B43-48C4-5603-FD630D35E2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914" y="2542567"/>
            <a:ext cx="6319227" cy="204330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Here Lorem Ipsum Dolor Sit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757CBC3-A472-D5F0-BEF4-8E4AB7A08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914" y="4959320"/>
            <a:ext cx="5388745" cy="681038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subheading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871691-0235-768F-7170-068017B6D822}"/>
              </a:ext>
            </a:extLst>
          </p:cNvPr>
          <p:cNvCxnSpPr>
            <a:cxnSpLocks/>
          </p:cNvCxnSpPr>
          <p:nvPr userDrawn="1"/>
        </p:nvCxnSpPr>
        <p:spPr>
          <a:xfrm>
            <a:off x="529914" y="4755322"/>
            <a:ext cx="5886559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818478-6924-34BC-E15C-2CE78542A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04B75F-7B9F-4734-949A-5FD36A0AF8C6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385486-AC4C-A77C-57F6-74DDC8727384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Picture 10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3321065B-4BE0-EAC1-B228-5315513A3A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16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2C565A-0837-B071-E0E9-26F906CF55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6BC10F-1B43-48C4-5603-FD630D35E2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822" y="2542567"/>
            <a:ext cx="6319227" cy="204330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Here Lorem Ipsum Dolor Sit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757CBC3-A472-D5F0-BEF4-8E4AB7A08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822" y="5032149"/>
            <a:ext cx="5388745" cy="681038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subheading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871691-0235-768F-7170-068017B6D822}"/>
              </a:ext>
            </a:extLst>
          </p:cNvPr>
          <p:cNvCxnSpPr>
            <a:cxnSpLocks/>
          </p:cNvCxnSpPr>
          <p:nvPr userDrawn="1"/>
        </p:nvCxnSpPr>
        <p:spPr>
          <a:xfrm>
            <a:off x="521822" y="4755322"/>
            <a:ext cx="5886559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A93C4C-05A6-C559-1B54-9667308F0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EFCB4D-3579-67CD-C584-12A731CA027C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637336-0332-1540-DA24-B6ACDE2EBEFA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5AEDC35C-06A9-CDB8-FFAE-C247A7C7C7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08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F1F7FE-4574-43FD-9AC0-49CBB3AAFE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6BC10F-1B43-48C4-5603-FD630D35E2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3148" y="2996953"/>
            <a:ext cx="6319227" cy="185944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Here Lorem Ipsum Dolor Sit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757CBC3-A472-D5F0-BEF4-8E4AB7A08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3148" y="5302676"/>
            <a:ext cx="5388745" cy="681038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subheading 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871691-0235-768F-7170-068017B6D822}"/>
              </a:ext>
            </a:extLst>
          </p:cNvPr>
          <p:cNvCxnSpPr>
            <a:cxnSpLocks/>
          </p:cNvCxnSpPr>
          <p:nvPr userDrawn="1"/>
        </p:nvCxnSpPr>
        <p:spPr>
          <a:xfrm>
            <a:off x="4333148" y="5025849"/>
            <a:ext cx="5886559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4D7BDFD-31E9-F8F0-79F1-45BDEB7BC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09C08-0C65-E2D8-8618-2C76D1B7342A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C9EA44-0319-8D9D-2870-FE2FD5D183DB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3C6BA25A-D262-817C-C14B-ED20CCBCE9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39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03B517A-ED6B-909B-A106-6D7758796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97" y="410129"/>
            <a:ext cx="10559060" cy="49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Heading Goes Here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B5F4232-168F-F0CE-572E-191AD6B1981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0080" y="1401837"/>
            <a:ext cx="10911840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ACBC0B9-A5F5-2915-CBDC-29FFD7DC6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0C175-C745-8EF7-EF79-5B17FCB1F80B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CB0DEC-B46B-F0D9-BB49-D3FB5C4B82A1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0AF49B5D-06EE-C43E-DA46-E0B0160F9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32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C49AE71-9AC5-BEA1-5890-3EDD2ADC44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97" y="410129"/>
            <a:ext cx="10559060" cy="49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Heading Goes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1744B44-EA19-5237-C497-6DF79F8D5A1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389405" y="1401837"/>
            <a:ext cx="5303207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C2D7A6A-B6F6-B54C-E732-26C3905597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67725" y="1401837"/>
            <a:ext cx="5303207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A5A7262-91CC-33CC-214E-DB0C44B68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C2555-F686-6736-9CA8-C78C37D236B6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CDA0D8-B5A7-3080-1FF9-B5BC9A3BB2D4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C0D16789-0CFE-85DB-54A0-E34229C8DC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06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9F3975A-CECF-DB3F-20FA-1E7FD094EC2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67725" y="1401837"/>
            <a:ext cx="5303207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90B0FFAF-6776-2B32-BB2E-F42E57B053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2112" y="1308241"/>
            <a:ext cx="5212103" cy="4758349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4E8D76D-F4A6-BC95-E6E1-877818E3D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97" y="410129"/>
            <a:ext cx="10559060" cy="49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Heading Goes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A83541-9E30-8A47-639E-29EC7F804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A3C4B5-6041-5413-0FD1-C3AC2F522A00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823FDA-8766-69B5-BFF9-AEE69F3EA0DC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6B558065-94A5-32CA-248F-ADE531AC25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435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A10B87E-5868-430A-CBBF-EEB9ACC4FDC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67725" y="1401837"/>
            <a:ext cx="3282915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D43378E-34E8-03AC-A380-5D41CA284A2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48845" y="1401837"/>
            <a:ext cx="3282915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60CF4D8-9F90-3874-904A-0900425D34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51885" y="1401837"/>
            <a:ext cx="3282915" cy="4592564"/>
          </a:xfrm>
        </p:spPr>
        <p:txBody>
          <a:bodyPr>
            <a:noAutofit/>
          </a:bodyPr>
          <a:lstStyle>
            <a:lvl1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2pPr>
            <a:lvl3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3pPr>
            <a:lvl4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4pPr>
            <a:lvl5pPr>
              <a:buClr>
                <a:schemeClr val="accent6">
                  <a:lumMod val="50000"/>
                </a:schemeClr>
              </a:buClr>
              <a:defRPr sz="18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FC7EEE-212A-A8E1-5C8A-FFF9980200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97" y="410129"/>
            <a:ext cx="10559060" cy="49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Heading Goes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1682D2-C38F-60EB-BC6F-0A10E2EB0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A716F-760F-A78C-6D0B-B99D1051CC00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1F306A-C34C-CB7A-60F4-76A6D7E97BCF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72C83DB8-7390-F0D2-66FE-28366DCBC4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9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47428E5-B51A-E59C-D81D-B5537C4F6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93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2378D8-A031-F7C0-0623-3ED1BA5B21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615" y="1173401"/>
            <a:ext cx="9524770" cy="451119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7200" b="0" i="0">
                <a:solidFill>
                  <a:srgbClr val="FFFFFF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statement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A0E6B0-3717-A6B4-1ED1-501A06D1AF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3640" y="6479020"/>
            <a:ext cx="1371600" cy="217714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63A1CAE-9B89-5CE2-1B1F-72DD89E74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2EBA8-BD56-7095-3DD6-651902C46290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A8CD71-CE4D-E045-CCAE-6C881964C48E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492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8D3A04-ACE6-5F81-D671-8E9EEA42F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97" y="410129"/>
            <a:ext cx="10559060" cy="49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b="1" i="0"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Heading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84A62-5B64-1118-6F3C-16822D1C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E6B67-8042-AD41-EDE9-DF7101FF12DD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A180D5-DED1-FCA6-AD6D-1F014B380B65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E18E1F99-995D-3077-7499-2A3AA66D5E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7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3AF349C-CE31-676F-DEA9-6B69B9F4E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297" y="6494570"/>
            <a:ext cx="447924" cy="174065"/>
          </a:xfrm>
          <a:prstGeom prst="rect">
            <a:avLst/>
          </a:prstGeom>
        </p:spPr>
        <p:txBody>
          <a:bodyPr anchor="ctr"/>
          <a:lstStyle>
            <a:lvl1pPr algn="ctr">
              <a:defRPr sz="1000" b="0" i="0">
                <a:solidFill>
                  <a:srgbClr val="73737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1B9CC-B347-D0BD-EF7D-4746C6F429E4}"/>
              </a:ext>
            </a:extLst>
          </p:cNvPr>
          <p:cNvSpPr txBox="1"/>
          <p:nvPr userDrawn="1"/>
        </p:nvSpPr>
        <p:spPr>
          <a:xfrm>
            <a:off x="8568752" y="6481575"/>
            <a:ext cx="2720622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spc="300" baseline="0" dirty="0">
                <a:solidFill>
                  <a:srgbClr val="73737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CONFIDENTIAL AND PROPRIETARY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2A90A-EEDB-7CC2-A3AE-F7F975253E0B}"/>
              </a:ext>
            </a:extLst>
          </p:cNvPr>
          <p:cNvCxnSpPr>
            <a:cxnSpLocks/>
          </p:cNvCxnSpPr>
          <p:nvPr userDrawn="1"/>
        </p:nvCxnSpPr>
        <p:spPr>
          <a:xfrm>
            <a:off x="2034306" y="6581602"/>
            <a:ext cx="6429524" cy="230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56F18C3E-41C8-ED76-2E95-9D5BA8E416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784" y="6496841"/>
            <a:ext cx="1371600" cy="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094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0192DF-4F42-43FC-45D3-8ED8018A79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2F04D34-CF40-DEA2-E8A0-C297131234B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7784" y="4563633"/>
            <a:ext cx="5593053" cy="1172583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rgbClr val="737373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Email Address</a:t>
            </a:r>
          </a:p>
          <a:p>
            <a:pPr lvl="0"/>
            <a:r>
              <a:rPr lang="en-US" dirty="0"/>
              <a:t>Position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F9A1F44-EF67-9D69-B451-02E45F3E8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1994785"/>
            <a:ext cx="5593053" cy="7759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400" b="1" i="0">
                <a:solidFill>
                  <a:schemeClr val="accent4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7FBA00-1B49-E24C-C0C1-9AF0806F8193}"/>
              </a:ext>
            </a:extLst>
          </p:cNvPr>
          <p:cNvCxnSpPr/>
          <p:nvPr userDrawn="1"/>
        </p:nvCxnSpPr>
        <p:spPr>
          <a:xfrm>
            <a:off x="557784" y="4289414"/>
            <a:ext cx="631922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041639-E85E-3576-F698-E6FAE6E43F40}"/>
              </a:ext>
            </a:extLst>
          </p:cNvPr>
          <p:cNvSpPr txBox="1"/>
          <p:nvPr userDrawn="1"/>
        </p:nvSpPr>
        <p:spPr>
          <a:xfrm>
            <a:off x="8162579" y="6448503"/>
            <a:ext cx="347163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spc="300" baseline="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FLAGSHIP PIONEERING COMPANY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F46A2F-B42F-35E9-84C6-9A84CBDE626E}"/>
              </a:ext>
            </a:extLst>
          </p:cNvPr>
          <p:cNvCxnSpPr>
            <a:cxnSpLocks/>
          </p:cNvCxnSpPr>
          <p:nvPr userDrawn="1"/>
        </p:nvCxnSpPr>
        <p:spPr>
          <a:xfrm>
            <a:off x="590386" y="6532482"/>
            <a:ext cx="7967240" cy="23743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21D870FC-A9BC-44DF-1D1D-1ED288D56F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784" y="722530"/>
            <a:ext cx="2614930" cy="32319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A61D765-CCAD-ED1D-A947-33983A119464}"/>
              </a:ext>
            </a:extLst>
          </p:cNvPr>
          <p:cNvSpPr txBox="1">
            <a:spLocks/>
          </p:cNvSpPr>
          <p:nvPr userDrawn="1"/>
        </p:nvSpPr>
        <p:spPr>
          <a:xfrm>
            <a:off x="559397" y="3666164"/>
            <a:ext cx="10423563" cy="499336"/>
          </a:xfrm>
          <a:prstGeom prst="rect">
            <a:avLst/>
          </a:prstGeom>
        </p:spPr>
        <p:txBody>
          <a:bodyPr vert="horz" wrap="square" lIns="4572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i="0" kern="1200">
                <a:solidFill>
                  <a:schemeClr val="accent4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r>
              <a:rPr 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12384794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94417-9CA8-9B56-6FC4-7962A157B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97" y="365125"/>
            <a:ext cx="11058862" cy="1325563"/>
          </a:xfrm>
          <a:prstGeom prst="rect">
            <a:avLst/>
          </a:prstGeom>
        </p:spPr>
        <p:txBody>
          <a:bodyPr vert="horz" wrap="square" lIns="45720" tIns="45720" rIns="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31973-CE20-424B-25E8-0807E89D6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7784" y="1825625"/>
            <a:ext cx="11058862" cy="4167954"/>
          </a:xfrm>
          <a:prstGeom prst="rect">
            <a:avLst/>
          </a:prstGeom>
        </p:spPr>
        <p:txBody>
          <a:bodyPr vert="horz" wrap="square" lIns="4572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59B55CE-FBFE-1C21-3B73-1606C5F2C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63" y="6310173"/>
            <a:ext cx="549166" cy="547827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1000" b="0" i="0">
                <a:solidFill>
                  <a:schemeClr val="tx2"/>
                </a:solidFill>
                <a:latin typeface="Avenir Book" panose="02000503020000020003" pitchFamily="2" charset="0"/>
              </a:defRPr>
            </a:lvl1pPr>
          </a:lstStyle>
          <a:p>
            <a:fld id="{209C199A-EF54-9348-9404-88AE0CA764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25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93" r:id="rId2"/>
    <p:sldLayoutId id="2147483694" r:id="rId3"/>
    <p:sldLayoutId id="2147483651" r:id="rId4"/>
    <p:sldLayoutId id="2147483704" r:id="rId5"/>
    <p:sldLayoutId id="2147483705" r:id="rId6"/>
    <p:sldLayoutId id="2147483703" r:id="rId7"/>
    <p:sldLayoutId id="2147483689" r:id="rId8"/>
    <p:sldLayoutId id="2147483690" r:id="rId9"/>
    <p:sldLayoutId id="2147483700" r:id="rId10"/>
    <p:sldLayoutId id="2147483691" r:id="rId11"/>
    <p:sldLayoutId id="2147483696" r:id="rId12"/>
    <p:sldLayoutId id="2147483692" r:id="rId13"/>
    <p:sldLayoutId id="2147483655" r:id="rId14"/>
    <p:sldLayoutId id="2147483657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accent4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90000"/>
        </a:lnSpc>
        <a:spcBef>
          <a:spcPts val="10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90000"/>
        </a:lnSpc>
        <a:spcBef>
          <a:spcPts val="5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90000"/>
        </a:lnSpc>
        <a:spcBef>
          <a:spcPts val="5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90000"/>
        </a:lnSpc>
        <a:spcBef>
          <a:spcPts val="5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90000"/>
        </a:lnSpc>
        <a:spcBef>
          <a:spcPts val="5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Chief AI Officer Onboarding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Computational sciences, IT and research informatics handover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Where you are landing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IT and infrastructure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Research informatics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Team and career growth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2026 results and 2027 planning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Cross-functional projects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First 90 days and open decisions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9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15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20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you are landing: a small team with board-visible stakes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9224" y="1417320"/>
            <a:ext cx="237743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651FC"/>
                </a:solidFill>
              </a:rPr>
              <a:t>~20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075688"/>
            <a:ext cx="2377439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2633"/>
                </a:solidFill>
              </a:rPr>
              <a:t>people at Abiologics, pre-clinical, building the Syntein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258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83280" y="1417320"/>
            <a:ext cx="237743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651FC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75688"/>
            <a:ext cx="2377439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2633"/>
                </a:solidFill>
              </a:rPr>
              <a:t>computational team members today, including one new starter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288036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9224" y="2971800"/>
            <a:ext cx="237743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651FC"/>
                </a:solidFill>
              </a:rPr>
              <a:t>2 / 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630168"/>
            <a:ext cx="2377439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2633"/>
                </a:solidFill>
              </a:rPr>
              <a:t>development candidates the board now expects, starting 2027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88036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83280" y="2971800"/>
            <a:ext cx="237743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651FC"/>
                </a:solidFill>
              </a:rPr>
              <a:t>99C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630168"/>
            <a:ext cx="2377439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2633"/>
                </a:solidFill>
              </a:rPr>
              <a:t>new home at 99 Coolidge since August; IT consolidation still closing 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5394960" cy="292608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What the function covers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5120640" cy="2331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Protein design pipeline and design-pipeline infrastructure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ML/AI modeling: binding prediction, active learning, ESM fine-tuning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Radiance (internal design and QC platform) and data infrastructure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Target ID, omics and bioinformatics analysis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Agentic AI: target assessment, literature, experiment design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IT coordination with Flagship IT and vendors, historically run by Diogo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" y="4480560"/>
            <a:ext cx="11055096" cy="137160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1069848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Platform in one line: </a:t>
            </a:r>
            <a:r>
              <a:rPr sz="1400" b="0" i="0">
                <a:solidFill>
                  <a:srgbClr val="262633"/>
                </a:solidFill>
              </a:rPr>
              <a:t>fully synthetic D-amino acid mini-binders against L-protein targets (Synteins). The computational team designs, scores and triages them; hit rate and assay quality are the metrics that move the business.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Why this role is wide: </a:t>
            </a:r>
            <a:r>
              <a:rPr sz="1400" b="0" i="0">
                <a:solidFill>
                  <a:srgbClr val="262633"/>
                </a:solidFill>
              </a:rPr>
              <a:t>until now one person has acted as head of computation, de facto CAIO and IT owner. This deck separates those hats so you can decide which to keep.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Pandora vault (Abiologics Home, comp team digests 10/1 and 10/5), LT notes 10/1, Rob Albert email 10/7.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 to meet in week one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7784" y="1280160"/>
          <a:ext cx="11064240" cy="4279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4206240"/>
                <a:gridCol w="47548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Who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Role in your world (confirm titles)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 it matters now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Chiara Magnone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Abiologics LT; weekly 1:1 with comp head; cycle planning and board framing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Owes the team the "2 DCs a year" and at-scale target testing mandate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Mike Hamill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LT; owns board slides for comp bio and Syntein target design assessments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Board narrative: how predictable is design, potency vs Cradle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Jaclyn Dunphy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Abiologics operations; led the 99C move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Lab downtime windows, ELN policy, vendor contracts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Kala Subramanian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Flagship; oversees the OneVector MSA and SOW (cap under $10K)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Needs a Phase 2 yes or no on OneVector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Rob Albert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Flagship IT, Director Digital Business Partnership; Abio IT biweekly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Primary IT counterpart; open POs and vendor decisions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Joe Kennedy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Flagship Research Systems, Lab IT and Scientific Cloud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Benchling, AWS storage gateway, lab devices, licenses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Martin Tremblay, Kris Lai, Brad Kubick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LT peers who lead programs (G Project, Onc/FAP, SyntTrack-T)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Your biggest internal customers for design and data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Pioneering Intelligence (PI)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Flagship AI group engaged to model Abio data for designability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Embedded-scientist model; Product Playback sessions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LT, Townhall and 1:1 notes (Pandora); Outlook threads with Rob Albert, Joe Kennedy and OneVector. Titles inferred from notes; verify.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 and Infrastructure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Flagship IT, Baystate, OneVector and what is still open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landscape: five vendors, one coordination gap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7784" y="1280160"/>
          <a:ext cx="1106424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926080"/>
                <a:gridCol w="59436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Party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Contact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they do for Abiologics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Flagship IT (FSP IT)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Rob Albert; Dan Cochrane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Business partnership, POs and licenses; owns the storage gateway upgrade with Research Systems; biweekly Abio check-in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Baystate 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Ben Farrow; Darrell Rhodes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Managed IT for the new site: VPN (live since Aug 31), endpoints, on-site engineer, network follow-ups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Technium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via Flagship IT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Built Abiologics VLANs at 99C and the site-to-site VPN into the AWS organization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Kyndryl, Tennex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via Flagship 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Legacy and adjacent infrastructure vendors named in the catalog work; confirm scope and renewals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OneVector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Karen Scott, Amelia Sancilio, Gene Grella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Advisory and program-management support; Phase 1 closed Oct 13 (next slide)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57784" y="4892040"/>
            <a:ext cx="11055096" cy="100584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956048"/>
            <a:ext cx="1069848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The gap: </a:t>
            </a:r>
            <a:r>
              <a:rPr sz="1400" b="0" i="0">
                <a:solidFill>
                  <a:srgbClr val="262633"/>
                </a:solidFill>
              </a:rPr>
              <a:t>no single owner reconciles these vendors against what the science needs. In July the idea was to use OneVector as a fractional CIO for exactly this. You are the natural owner; a software and service catalog now exists to work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Abiologics IT Needs 7/7, Baystate IT 7/8, VPN and weekly tracker threads (Aug 31 to Oct 13), Joe Kennedy SGW email 9/25.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OneVector: Phase 1 is done, Phase 2 is your decision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9224" y="1417320"/>
            <a:ext cx="201167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651FC"/>
                </a:solidFill>
              </a:rPr>
              <a:t>33.5 /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075688"/>
            <a:ext cx="2011679" cy="5029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2633"/>
                </a:solidFill>
              </a:rPr>
              <a:t>SOW hours used by Oct 5; ended Oct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325880"/>
            <a:ext cx="4114800" cy="27432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108960" y="141732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What Phase 1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28800"/>
            <a:ext cx="3840480" cy="2148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Support for the 99 Coolidge move and post-move IT stabilization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Software and Service Catalog: systems, owners, contacts, renewals, costs, licensing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Catalog at "good place"; remaining gaps are ownership, Finance and FSP follow-ups, renewals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325880"/>
            <a:ext cx="4343400" cy="27432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0" y="1417320"/>
            <a:ext cx="4069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Phase 2 as OneVector proposes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4069080" cy="2148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Finish renewal, cost, licensing and ownership data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Facilitate retire, consolidate or transition-to-Abio decisions on systems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Karen Scott has asked for times to scope it; reply is outstanding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4297680"/>
            <a:ext cx="11055096" cy="160020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4370832"/>
            <a:ext cx="10698480" cy="1508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Decision for you: </a:t>
            </a:r>
            <a:r>
              <a:rPr sz="1400" b="0" i="0">
                <a:solidFill>
                  <a:srgbClr val="262633"/>
                </a:solidFill>
              </a:rPr>
              <a:t>continue, narrow or stop. Rob Albert asked what value was actually delivered, and Diogo asked OneVector for an hour-by-hour breakdown of Phase 1 plus a deliverables outline (answered at high level on Oct 5).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Context: </a:t>
            </a:r>
            <a:r>
              <a:rPr sz="1400" b="0" i="0">
                <a:solidFill>
                  <a:srgbClr val="262633"/>
                </a:solidFill>
              </a:rPr>
              <a:t>Kala Subramanian is moving the MSA and SOW with a spend cap below $10K. If you take the IT owner role, Phase 2 may be unnecessary; if you do not, it is the cheapest owner you have.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Karen Scott email 10/5, Amelia Sancilio emails 10/12 and 10/13, Rob Albert replies 10/6 and 10/7, OneVector follow-up notes 9/24 and 9/28.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open items to pick 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7784" y="1280160"/>
          <a:ext cx="11064240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2377440"/>
                <a:gridCol w="53949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 / contact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 and next step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Storage gateway cutover to private SGW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Joe Kennedy; Andrew Croneberger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New SGW is Entra-bound and live in the workload-1 AWS account; lab-device remount needs a downtime window. Biology confirmed ready Oct 13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Weights &amp; Biases renewal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Andrew Croneberger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Renewal process unclear; raised Oct 6, no owner confirmed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OpenFold PO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Rob Albert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Renewal signed; PO still to be opened and paid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Failover test (Oct 2) and HPLC software install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Baystate / OneVector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Outcomes not recorded in notes; confirm closed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Sentry for Radiance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Nitya Talasila (user)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Scoped to Radiance; confirm licenses and renewal date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Licenses: Rosetta, PyMol, FlowJo, ReadCube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Joe Kennedy; Rob Albert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Several threads open; FlowJo renewal and ReadCube/ScienceDirect access were last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Okta to Entra follow-up for Benchling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Flagship IT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No record of resolution since Dec 2025; verify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Joe Kennedy and Rob Albert emails (Jun to Oct 2026), OneVector IT touchpoint notes 9/29 and 10/6, comp team digest 10/5. Some items may have closed since.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Informatics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Joe Kennedy and the Flagship research systems 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informatics: what Joe Kennedy owns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Benchling and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3291840" cy="2148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Tenant admin, results schemas and data models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Benchling AI program: shared AI credits under Flagship central agreement; AI Day held Sep 15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Pulling Benchling data into S3 for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2588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453128" y="1417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Cloud and lab devices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3128" y="1828800"/>
            <a:ext cx="3291840" cy="2148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AWS storage gateway and S3 environments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Lab device management (NinjaOne) and off-hours remounts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Software installs and licenses for scientists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325880"/>
            <a:ext cx="3538728" cy="27432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11312" y="1417320"/>
            <a:ext cx="32644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Policy and vendors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264408" cy="2148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ELN policy draft shared with Jaclyn and Andrew in April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Vendor sessions, for example Sequera on site Oct 6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Sharepoint raw-data migration planning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4297680"/>
            <a:ext cx="11055096" cy="160020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4370832"/>
            <a:ext cx="10698480" cy="1508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Open threads: </a:t>
            </a:r>
            <a:r>
              <a:rPr sz="1400" b="0" i="0">
                <a:solidFill>
                  <a:srgbClr val="262633"/>
                </a:solidFill>
              </a:rPr>
              <a:t>(1) pick a Benchling catch-up day for the team, an LT action from Oct 1; (2) data package consultants need to implement templates, still unclear; (3) team habit of reviewing Benchling entries weekly so they do not pile up; (4) SGW remount timing with Andrew.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Working style: </a:t>
            </a:r>
            <a:r>
              <a:rPr sz="1400" b="0" i="0">
                <a:solidFill>
                  <a:srgbClr val="262633"/>
                </a:solidFill>
              </a:rPr>
              <a:t>Joe copies Diogo on most threads and acts on the lab and cloud side; the science-side owner is Andrew, with Jaclyn for lab scheduling. Set a standing monthly with Joe so informatics decisions are not made in email cc 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Joe Kennedy emails (Apr to Oct 2026), LT notes 10/1, comp team digests 10/1 and 10/5, FL111 and FL108 Benchling threads.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Team and Career Growth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Who is on the team, what they are good at, where they are going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makeup and skills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7784" y="1280160"/>
          <a:ext cx="11064240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103120"/>
                <a:gridCol w="3840480"/>
                <a:gridCol w="329184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Person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Core skills and current work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Andrew Croneberger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Software and infrastructure lead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Design pipeline and infra; storage gateway, Sentry and W&amp;B; chasing the Adaptyv BLI gap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Top performer; single point of failure for infra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Nitya Talasila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Software engineer, Radiance owner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Radiance product and UI redo; data and infra; organizes comp huddles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Single point of failure for Radiance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Jeremy Amon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Computational protein designer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Rosetta interface-design experiment; tooling; solubility and designability insight; target-scan adviser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Steep ramp since joining about 9 months ago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Beth Kartchner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Computational protein designer (remote, Arizona)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Deep structure expertise; wet-lab triage; GFRAL benchmarking; ncAA notebook; MI6 Claude plug-in for target assessment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Recently promoted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Jiangchuan Ye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ML scientist (since Apr 27, 2026)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ESM fine-tuning, binding-prediction models, active learning; solubility follow-up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Sole ML scientist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Declan Evans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Computational protein designer (new)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Point person for target scan from a design perspective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Onboarding since the week of Sep 28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Talent Review prep 7/7, People notes, comp team digests 10/1 and 10/5, 1:1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Talent snapshot from the July review (confidential)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5166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Strengths to build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5166360" cy="1600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Andrew: strongest delivery, trajectory toward head of software engineering in 2 to 3 years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Jeremy: high potential; principal-scientist track now, possible team lead later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Beth: raised the AI-tooling bar; deepest structure expertise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FCD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66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Risks to manage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66360" cy="1600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Andrew is the largest organizational single point of failure; no recovery path for infra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Nitya is the single point of failure for Radiance; with Andrew, infra is only two deep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Jiangchuan is the only ML scientist; the ML team structure is not yet planned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3749039"/>
            <a:ext cx="11055096" cy="210312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3822191"/>
            <a:ext cx="1069848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Two asks already made to the LT: </a:t>
            </a:r>
            <a:r>
              <a:rPr sz="1400" b="0" i="0">
                <a:solidFill>
                  <a:srgbClr val="262633"/>
                </a:solidFill>
              </a:rPr>
              <a:t>(1) a mid-level engineer between Andrew and Nitya, which fixes both single points of failure and lets Andrew delegate; (2) put ML team structure on the 2027 roadmap. The job description for the engineer is still owed to Andrew.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Retention: </a:t>
            </a:r>
            <a:r>
              <a:rPr sz="1400" b="0" i="0">
                <a:solidFill>
                  <a:srgbClr val="262633"/>
                </a:solidFill>
              </a:rPr>
              <a:t>all five rated low risk at mid-year. Keep it that way by delivering the career conversations on the next slide. Jeremy, Nitya and Jiangchuan had not stated aspirations; ask early.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Caveat: </a:t>
            </a:r>
            <a:r>
              <a:rPr sz="1400" b="0" i="0">
                <a:solidFill>
                  <a:srgbClr val="262633"/>
                </a:solidFill>
              </a:rPr>
              <a:t>the review is five months old. Re-calibrate with your own read before using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Source: Talent Review prep 7/7 and LT Talent Discussion 7/7 (framework from Carolyn Pastore).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growth: one concrete move per person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7784" y="1280160"/>
          <a:ext cx="11064240" cy="4352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743200"/>
                <a:gridCol w="3200400"/>
                <a:gridCol w="329184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Person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Next move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Gating skill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Andrew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Lead software engineering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Formalize his team: Nitya solid-line plus a mid-level hire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Delegation and time-boxing deep dives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Jeremy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Principal scientist; later team lead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Adviser role on target scan; trial of direct-report range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Tell us: technical authority or leading people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Beth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More responsibility, strategic scope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Own the agentic target assessment end to end and present it at LT or pipeline review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Options before constraints; company-level "why". Title just changed, so this year is demonstrating readiness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Nitya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Deeper technical IC under Andrew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Radiance UI redo as a stretch into new tech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Proactive, forward-looking ownership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Jiangchuan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Scientist track, too early to call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Narrow to two owned priorities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Focus; initiative as he settles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Declan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To be set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Target scan from a design lens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Define in first 30 days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Talent Review prep 7/7; target-scan plan from LT 10/1. Personal circumstances intentionally left out of this record.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Results and 2027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we built, what the board now expects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in review: from point solutions to a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Platform and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329184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Design pipeline review and co-folding strategy (Jun)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Radiance platform with new QC features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Rosetta interface-design experiment under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2588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453128" y="1417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AI and 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3128" y="1828800"/>
            <a:ext cx="329184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TARDIS six-agent target assessment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GFRAL active-learning proof of concept on 2,044 sequences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Team-wide Claude adoption session (Oct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325880"/>
            <a:ext cx="3538728" cy="233172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11312" y="1417320"/>
            <a:ext cx="32644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Team and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264408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ML and protein-design hiring: two roles, 20+ candidates screened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Two hires landed (Apr, Sep/Oct)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Move to 99 Coolidge and IT consolidation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3886200"/>
            <a:ext cx="11055096" cy="196596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3959352"/>
            <a:ext cx="10698480" cy="1874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Most actionable finding: </a:t>
            </a:r>
            <a:r>
              <a:rPr sz="1400" b="0" i="0">
                <a:solidFill>
                  <a:srgbClr val="262633"/>
                </a:solidFill>
              </a:rPr>
              <a:t>a bug in the computational feature pipeline moved the correlation by 0.50 in the GFRAL analysis. Validate pipeline outputs before trusting model gains.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Open from 2026: </a:t>
            </a:r>
            <a:r>
              <a:rPr sz="1400" b="0" i="0">
                <a:solidFill>
                  <a:srgbClr val="262633"/>
                </a:solidFill>
              </a:rPr>
              <a:t>GFRAL benchmarking data (CD, crude LC-MS) carried across three weekly huddles; our BLI controls bind weaker than Adaptyv's on the same sequence (about $2 to 3K per plate to chase); GFRAL itself slipped into 2027.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TARDIS and agentic summaries, comp team digests 10/1 and 10/5, 6/24 pipeline review, LT notes 10/1. Chiara asked each lead for a 2026 retro slide for the 2027 workshop.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board now expects two development candidates a year, starting in January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2027 plan: build on 2026 growth (proposed, to validate with LT)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7784" y="1280160"/>
          <a:ext cx="11064240" cy="44988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108960"/>
                <a:gridCol w="3108960"/>
                <a:gridCol w="2468880"/>
              </a:tblGrid>
              <a:tr h="7498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2026 baseline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2027 goal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Needs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Target scan and new programs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v0 scan by Diogo; Declan on point, Jeremy advising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Read before year end; target list ready for BD; programs start in Jan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Clear design-feasibility score; Chiara mandate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Hit finding and assay quality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Benchmarks (GFRAL, IL7RA); BLI gap vs Adaptyv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Higher hit rate per cycle; closed BLI discrepancy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Adaptyv green light; plate budget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Platform: Radiance and infra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Radiance live; infra concentrated in Andrew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Two-deep infra; UI redo shipped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Mid-level engineer hire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ML and agentic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One ML scientist; TARDIS and agents in production 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ML team structure; API migration of agents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ML headcount case; compute budget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1D75"/>
                          </a:solidFill>
                        </a:rPr>
                        <a:t>Data and IT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Benchling, SGW cutover, catalog 1.0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Single IT owner; renewals rationalized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33"/>
                          </a:solidFill>
                        </a:rPr>
                        <a:t>OneVector decision; Joe monthly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LT notes 10/1 and 10/8, Townhall 10/7, Talent Review 7/7. The 2027 goals column is a proposal; no signed 2027 plan was found.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2027 risks and what to decide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FCD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5166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516636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Feasibility: Jeremy raised concerns at the Oct 7 townhall that two DCs a year is a stretch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Team pushback: twice the team resisted at-scale testing and 2 DCs a year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Concentration: infra and Radiance single points of failure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66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Decide in first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6636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What counts as a workable target for Abiologics from a design perspective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Headcount: mid-level engineer first, ML structure second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OneVector Phase 2 and who owns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3794760"/>
            <a:ext cx="11055096" cy="201168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3867912"/>
            <a:ext cx="10698480" cy="1920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Calendar: </a:t>
            </a:r>
            <a:r>
              <a:rPr sz="1400" b="0" i="0">
                <a:solidFill>
                  <a:srgbClr val="262633"/>
                </a:solidFill>
              </a:rPr>
              <a:t>2027 workshop prep is live; each LT member owes a 2026 rear-view and a 2027 front-load deck. The target-scan read is due before year end. New programs begin in January.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Message to the team: </a:t>
            </a:r>
            <a:r>
              <a:rPr sz="1400" b="0" i="0">
                <a:solidFill>
                  <a:srgbClr val="262633"/>
                </a:solidFill>
              </a:rPr>
              <a:t>Chiara owes a clear rationale for 2 DCs a year and at-scale testing; get it in writing before you commit the team to 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Townhall 10/7, Jeremy 1:1 10/7, LT 10/1 and 10/8, Chiara email 10/8.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Cross-Functional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Led by the computational team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ID and target scan: the most strategic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5440680" cy="25146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5166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How it got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516636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Oct 2025: first target-ID script pulled disease targets from Open Targets, then added GTEx, HPA, TTD and ChEMBL to list membrane proteins our Synteins could address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Jun 2026: TARDIS prioritized Matriptase, KIM-1 and 5T4 for deeper work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Sep 30: large-scale target scan (target_scan) walked through with Chiara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251460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66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Where it goes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6636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LT 10/1 made it a board-visible priority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Declan Evans on point; Jeremy Amon advising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Output: read before year end and a back-pocket target list for BD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Open: score targets intelligently from a quick structural analysis in the L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4069080"/>
            <a:ext cx="11055096" cy="173736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142232"/>
            <a:ext cx="1069848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Why it matters: </a:t>
            </a:r>
            <a:r>
              <a:rPr sz="1400" b="0" i="0">
                <a:solidFill>
                  <a:srgbClr val="262633"/>
                </a:solidFill>
              </a:rPr>
              <a:t>the company needs to move from one-target-at-a-time work to scanning the proteome for what design can reach. Diogo treats it as potentially existential.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Gap to close: </a:t>
            </a:r>
            <a:r>
              <a:rPr sz="1400" b="0" i="0">
                <a:solidFill>
                  <a:srgbClr val="262633"/>
                </a:solidFill>
              </a:rPr>
              <a:t>the written handoff note to Declan and Jeremy was still pending as of Oct 5. Confirm it went out, then own the definition of a workable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Target ID for Abiologics 10/7/2025, TARDIS 6/16, Chiara 1:1 9/30, LT 10/1, comp team digest 10/5.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Kidney expression analysis with Chiara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5440680" cy="260604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5166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Method (KPMP plus GTEx)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516636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Pan-tissue healthy reference from GTEx single-cell plus healthy kidney from KPMP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Latent model (scVI or scANVI) with donor, site and chemistry as covariates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Specificity by cell type using donor-level pseudobulk and a tau metric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Map KPMP CKD and AKI cells into the frozen healthy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260604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66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What Chiara asked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6636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Podocyte targeting is the next focus: surface proteins mostly expressed in podocytes and not in the literature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Address must persist in disease (KPMP) and stay specific vs other tissues (GTEx, HPA)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Safety lens on SEMA3A, TROP2, FOLR1; PAPPA biodistribution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4160520"/>
            <a:ext cx="11055096" cy="164592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233672"/>
            <a:ext cx="106984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Status: </a:t>
            </a:r>
            <a:r>
              <a:rPr sz="1400" b="0" i="0">
                <a:solidFill>
                  <a:srgbClr val="262633"/>
                </a:solidFill>
              </a:rPr>
              <a:t>analysis designs, KPMP data acquisition and README for Chiara are done (Oct to Nov 2025); podocyte request dates Jan 9, 2026. Final candidate lists and current status were not found in the notes. Ask Chiara.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Reusable asset: </a:t>
            </a:r>
            <a:r>
              <a:rPr sz="1400" b="0" i="0">
                <a:solidFill>
                  <a:srgbClr val="262633"/>
                </a:solidFill>
              </a:rPr>
              <a:t>the same specificity workflow can feed target scan for any tissue.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KPMP address analysis 10/28/2025, KPMP + GTEx 10/29/2025, Chiara 1:1s 10/23/2025, 12/11/2025, 1/9/2026.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Bioinformatics and data work: spread across programs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7784" y="1280160"/>
          <a:ext cx="11064240" cy="4279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206240"/>
                <a:gridCol w="41148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Stream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the team does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Customers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Omics and disease-area diligence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Single-cell and bulk expression analysis, PILOT disease diligence, disease-area strategy (FAP, ADPKD, GLP-1)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Chiara; LT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Oncology data (FAP, SyntTrack-T)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Biodistribution and tumor-uptake data support; weekly Onc Data meeting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Brad Kubick; Martin Tremblay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G Project (GFRAL)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Developability and scoring input; benchmarking data; active learning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Kris Lai; Chiara; Mike Hamill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Data model and Benchling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Results schemas, Benchling to S3, data package requirements for consultants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Joe Kennedy; Jaclyn Dunphy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Pipeline tooling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Rosetta, PyMol, ncAA notebook work, property prediction models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Design team; Beth and Nitya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Disease area strategy 11/24/2025, Onc Data and G Project meetings (9/25 to 10/9), comp team digests. Customer column inferred from invites.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and literature mining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5440680" cy="265176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5166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What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5166360" cy="2057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LiteratureAgent for literature mining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ExperimentDesignAgent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TARDIS: six-agent target assessment with a GO/NO-GO call; reports built for GFRAL, FOLR1, RANKL, SOST, Kv1.3, IAPP and PAPPA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MI6 Claude plug-in for target assessment (Beth, shown at LT 9/24)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265176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66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66360" cy="2057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Migrate target assessment from a ChatGPT Custom GPT to the Anthropic API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Answer Mike Hamill's board questions with agent findings from GFRAL, TfR and FOLR1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Beth to own the agentic target end to end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Avoid "tool monoculture": agents converge on the same scoring proxies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4206240"/>
            <a:ext cx="11055096" cy="160020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279392"/>
            <a:ext cx="10698480" cy="1508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Your lever: </a:t>
            </a:r>
            <a:r>
              <a:rPr sz="1400" b="0" i="0">
                <a:solidFill>
                  <a:srgbClr val="262633"/>
                </a:solidFill>
              </a:rPr>
              <a:t>the earlier AI strategy deck laid out a six-act story and an 18-month roadmap. Revisit it as the starting point for your own AI plan.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Governance: </a:t>
            </a:r>
            <a:r>
              <a:rPr sz="1400" b="0" i="0">
                <a:solidFill>
                  <a:srgbClr val="262633"/>
                </a:solidFill>
              </a:rPr>
              <a:t>the August 2025 operating-model proposal suggested a monthly AI steering council, a single intake backlog, risk tiers and change control. Decide whether to adopt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Abio agentic AI summary, LT 9/24, TARDIS 6/16, Computational operating model proposal (email 8/19/2025), Robot uprising session 10/1.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rhythm and tools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7784" y="1280160"/>
          <a:ext cx="11064240" cy="35112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2926080"/>
                <a:gridCol w="521208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Cadence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73152" marR="73152" marT="36576" marB="36576" anchor="ctr">
                    <a:solidFill>
                      <a:srgbClr val="2E1D7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Weekly kickoff and cycle planning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Monday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Company priorities and experiment cycle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Comp team kickoff and huddle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Monday and Friday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Team status, blockers, GFRAL and target scan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1:1s with each report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Wednesday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Career, workload, decisions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Abiologics LT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Thursday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Board, programs, talent, 2027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Abio IT biweekly with Rob Albert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Biweekly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IT decisions, POs, vendors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G Project, Onc Data, SyntTrack-T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Weekly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Program-specific data and design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1D75"/>
                          </a:solidFill>
                        </a:rPr>
                        <a:t>Board of Directors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Periodic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33"/>
                          </a:solidFill>
                        </a:rPr>
                        <a:t>Comp bio slides owned with Mike Hamill</a:t>
                      </a:r>
                    </a:p>
                  </a:txBody>
                  <a:tcPr marL="73152" marR="73152" marT="36576" marB="36576" anchor="ctr">
                    <a:solidFill>
                      <a:srgbClr val="EEEA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" y="4892040"/>
            <a:ext cx="11064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Tools: </a:t>
            </a:r>
            <a:r>
              <a:rPr sz="1400" b="0" i="0">
                <a:solidFill>
                  <a:srgbClr val="262633"/>
                </a:solidFill>
              </a:rPr>
              <a:t>Benchling, AWS (S3, SGW), Radiance, Weights &amp; Biases, Sentry, Rosetta, PyMol, FlowJo, OpenFold, Cradle and Adaptyv for external benchmarks and assays.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Sources: calendar and meeting notes Jun to Oct 2026. Days are inferred from recurring invites; verify.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90 days: suggested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32588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Days 1 to 30: listen and 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3291840" cy="2514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Meet Chiara, Mike, Rob, Joe, Kala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Do 1:1s with all six; ask aspirations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Reply to OneVector on Phase 2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Confirm target-scan handoff to Declan and Jeremy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Close SGW remount and W&amp;B renewal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2588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453128" y="1417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Days 31 to 60: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3128" y="1828800"/>
            <a:ext cx="3291840" cy="2514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Define a workable target; lock the target-scan scorecard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Approve the mid-level engineer JD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Set the IT ownership model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Build the 2027 comp plan and headcount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325880"/>
            <a:ext cx="3538728" cy="3108960"/>
          </a:xfrm>
          <a:prstGeom prst="roundRect">
            <a:avLst>
              <a:gd name="adj" fmla="val 6000"/>
            </a:avLst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11312" y="1417320"/>
            <a:ext cx="32644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1D75"/>
                </a:solidFill>
              </a:rPr>
              <a:t>Days 61 to 90: deliver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264408" cy="2514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Present the target-scan read before year end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Launch January programs with a hit-rate target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Publish team growth plans</a:t>
            </a:r>
          </a:p>
          <a:p>
            <a:pPr marL="182880" indent="-182880">
              <a:spcAft>
                <a:spcPts val="500"/>
              </a:spcAft>
              <a:buClr>
                <a:srgbClr val="4651FC"/>
              </a:buClr>
              <a:buChar char="•"/>
            </a:pPr>
            <a:r>
              <a:rPr sz="1400" b="0">
                <a:solidFill>
                  <a:srgbClr val="262633"/>
                </a:solidFill>
              </a:rPr>
              <a:t>Ship the agent migration to the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4663440"/>
            <a:ext cx="11055096" cy="1188720"/>
          </a:xfrm>
          <a:prstGeom prst="roundRect">
            <a:avLst>
              <a:gd name="adj" fmla="val 6000"/>
            </a:avLst>
          </a:prstGeom>
          <a:solidFill>
            <a:srgbClr val="F0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4736592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1D75"/>
                </a:solidFill>
              </a:rPr>
              <a:t>Open decisions: </a:t>
            </a:r>
            <a:r>
              <a:rPr sz="1400" b="0" i="0">
                <a:solidFill>
                  <a:srgbClr val="262633"/>
                </a:solidFill>
              </a:rPr>
              <a:t>OneVector Phase 2; who owns IT; headcount order; adopt the steering-council model; whether to keep Beth's agentic target on her plate or share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6B7A"/>
                </a:solidFill>
              </a:rPr>
              <a:t>Suggested plan synthesized from the sources in this deck; adjust to your own priorities.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Key contacts: Rob Albert (Flagship IT), Joe Kennedy (Research Systems), Chiara Magnone (LT), Mike Hamill (LT)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handover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dmark">
  <a:themeElements>
    <a:clrScheme name="Abiologics">
      <a:dk1>
        <a:srgbClr val="2E1D76"/>
      </a:dk1>
      <a:lt1>
        <a:srgbClr val="FFFFFF"/>
      </a:lt1>
      <a:dk2>
        <a:srgbClr val="2E1D75"/>
      </a:dk2>
      <a:lt2>
        <a:srgbClr val="F0F0EF"/>
      </a:lt2>
      <a:accent1>
        <a:srgbClr val="7C73FE"/>
      </a:accent1>
      <a:accent2>
        <a:srgbClr val="E1D3F7"/>
      </a:accent2>
      <a:accent3>
        <a:srgbClr val="D641E5"/>
      </a:accent3>
      <a:accent4>
        <a:srgbClr val="4651FC"/>
      </a:accent4>
      <a:accent5>
        <a:srgbClr val="FFE668"/>
      </a:accent5>
      <a:accent6>
        <a:srgbClr val="FCDBC8"/>
      </a:accent6>
      <a:hlink>
        <a:srgbClr val="202BB8"/>
      </a:hlink>
      <a:folHlink>
        <a:srgbClr val="4651F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mpressPPT_Template" id="{621E6030-709C-2F46-BDA8-6BF5A4F2FB2B}" vid="{6923DB86-CD6D-974A-8DB9-1CAFA0EE27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9ac673-00ea-42d4-a6f8-6e7a95bf7c76" xsi:nil="true"/>
    <lcf76f155ced4ddcb4097134ff3c332f xmlns="b48af68a-a346-43f0-9a2c-8b4004d594b5">
      <Terms xmlns="http://schemas.microsoft.com/office/infopath/2007/PartnerControls"/>
    </lcf76f155ced4ddcb4097134ff3c332f>
    <Notes xmlns="b48af68a-a346-43f0-9a2c-8b4004d594b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268810CE0484DB587C430F02BC0EC" ma:contentTypeVersion="20" ma:contentTypeDescription="Create a new document." ma:contentTypeScope="" ma:versionID="014a80ce7cf79789e8c0bbbca47931ec">
  <xsd:schema xmlns:xsd="http://www.w3.org/2001/XMLSchema" xmlns:xs="http://www.w3.org/2001/XMLSchema" xmlns:p="http://schemas.microsoft.com/office/2006/metadata/properties" xmlns:ns2="b48af68a-a346-43f0-9a2c-8b4004d594b5" xmlns:ns3="d99ac673-00ea-42d4-a6f8-6e7a95bf7c76" targetNamespace="http://schemas.microsoft.com/office/2006/metadata/properties" ma:root="true" ma:fieldsID="59b5b288cf41ac399fd76952927989c3" ns2:_="" ns3:_="">
    <xsd:import namespace="b48af68a-a346-43f0-9a2c-8b4004d594b5"/>
    <xsd:import namespace="d99ac673-00ea-42d4-a6f8-6e7a95bf7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SearchProperties" minOccurs="0"/>
                <xsd:element ref="ns2:Not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8af68a-a346-43f0-9a2c-8b4004d594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d74a464-777e-469e-9c7c-79ea071286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5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ac673-00ea-42d4-a6f8-6e7a95bf7c7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d85cace-589c-4216-b6f0-c8c9cbac63a9}" ma:internalName="TaxCatchAll" ma:showField="CatchAllData" ma:web="d99ac673-00ea-42d4-a6f8-6e7a95bf7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65F2E1-657B-4414-AF81-95097C161AAE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b48af68a-a346-43f0-9a2c-8b4004d594b5"/>
    <ds:schemaRef ds:uri="http://schemas.microsoft.com/office/2006/documentManagement/types"/>
    <ds:schemaRef ds:uri="http://www.w3.org/XML/1998/namespace"/>
    <ds:schemaRef ds:uri="d99ac673-00ea-42d4-a6f8-6e7a95bf7c76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6520170-E9B3-4976-8335-BEFED3A904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7F4543-8AB1-48C6-A152-E62600D688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8af68a-a346-43f0-9a2c-8b4004d594b5"/>
    <ds:schemaRef ds:uri="d99ac673-00ea-42d4-a6f8-6e7a95bf7c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11999</TotalTime>
  <Words>902</Words>
  <Application>Microsoft Office PowerPoint</Application>
  <PresentationFormat>Widescreen</PresentationFormat>
  <Paragraphs>426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Wordmark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Empress Therapeutics Presentation Title Here</dc:title>
  <dc:creator>Thandiwe Tembo</dc:creator>
  <cp:lastModifiedBy>Rafael Alcala Torano</cp:lastModifiedBy>
  <cp:revision>74</cp:revision>
  <dcterms:created xsi:type="dcterms:W3CDTF">2023-03-27T14:10:57Z</dcterms:created>
  <dcterms:modified xsi:type="dcterms:W3CDTF">2025-05-12T12:49:07Z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0x010100754268810CE0484DB587C430F02BC0EC</vt:lpwstr>
  </property>
  <property fmtid="{D5CDD505-2E9C-101B-9397-08002B2CF9AE}" pid="3" name="MediaServiceImageTags">
    <vt:lpwstr/>
  </property>
</Properties>
</file>